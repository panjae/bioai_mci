
<file path=[Content_Types].xml><?xml version="1.0" encoding="utf-8"?>
<Types xmlns="http://schemas.openxmlformats.org/package/2006/content-types">
  <Default Extension="jpeg" ContentType="image/jpeg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75" r:id="rId2"/>
    <p:sldId id="261" r:id="rId3"/>
    <p:sldId id="269" r:id="rId4"/>
    <p:sldId id="270" r:id="rId5"/>
    <p:sldId id="262" r:id="rId6"/>
    <p:sldId id="263" r:id="rId7"/>
    <p:sldId id="265" r:id="rId8"/>
    <p:sldId id="266" r:id="rId9"/>
    <p:sldId id="271" r:id="rId10"/>
    <p:sldId id="264" r:id="rId11"/>
    <p:sldId id="272" r:id="rId12"/>
    <p:sldId id="273" r:id="rId13"/>
    <p:sldId id="268" r:id="rId14"/>
    <p:sldId id="258" r:id="rId15"/>
    <p:sldId id="274" r:id="rId16"/>
    <p:sldId id="256" r:id="rId17"/>
    <p:sldId id="259" r:id="rId1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3A46B32-7178-41C1-8451-9B4CC671D062}" v="86" dt="2025-10-13T10:22:54.97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보통 스타일 1 - 강조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DA37D80-6434-44D0-A028-1B22A696006F}" styleName="밝은 스타일 3 - 강조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73438" autoAdjust="0"/>
  </p:normalViewPr>
  <p:slideViewPr>
    <p:cSldViewPr snapToGrid="0">
      <p:cViewPr varScale="1">
        <p:scale>
          <a:sx n="64" d="100"/>
          <a:sy n="64" d="100"/>
        </p:scale>
        <p:origin x="63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재은 이" userId="ee07f9e56af2fcf4" providerId="LiveId" clId="{9DAA7C10-E5B0-4CC9-AB0E-CBB8E227BAB7}"/>
    <pc:docChg chg="undo custSel addSld delSld modSld sldOrd">
      <pc:chgData name="재은 이" userId="ee07f9e56af2fcf4" providerId="LiveId" clId="{9DAA7C10-E5B0-4CC9-AB0E-CBB8E227BAB7}" dt="2025-10-14T04:07:24.395" v="1348" actId="1038"/>
      <pc:docMkLst>
        <pc:docMk/>
      </pc:docMkLst>
      <pc:sldChg chg="modSp mod ord">
        <pc:chgData name="재은 이" userId="ee07f9e56af2fcf4" providerId="LiveId" clId="{9DAA7C10-E5B0-4CC9-AB0E-CBB8E227BAB7}" dt="2025-10-13T09:15:00.112" v="139"/>
        <pc:sldMkLst>
          <pc:docMk/>
          <pc:sldMk cId="3984525999" sldId="256"/>
        </pc:sldMkLst>
        <pc:spChg chg="mod">
          <ac:chgData name="재은 이" userId="ee07f9e56af2fcf4" providerId="LiveId" clId="{9DAA7C10-E5B0-4CC9-AB0E-CBB8E227BAB7}" dt="2025-10-13T09:14:17.295" v="133" actId="1076"/>
          <ac:spMkLst>
            <pc:docMk/>
            <pc:sldMk cId="3984525999" sldId="256"/>
            <ac:spMk id="6" creationId="{2D48F21D-D5A5-357F-B144-7BCAA1E50CE3}"/>
          </ac:spMkLst>
        </pc:spChg>
      </pc:sldChg>
      <pc:sldChg chg="del ord">
        <pc:chgData name="재은 이" userId="ee07f9e56af2fcf4" providerId="LiveId" clId="{9DAA7C10-E5B0-4CC9-AB0E-CBB8E227BAB7}" dt="2025-10-13T10:21:57.643" v="1336" actId="47"/>
        <pc:sldMkLst>
          <pc:docMk/>
          <pc:sldMk cId="1368814398" sldId="257"/>
        </pc:sldMkLst>
      </pc:sldChg>
      <pc:sldChg chg="addSp modSp mod ord modNotesTx">
        <pc:chgData name="재은 이" userId="ee07f9e56af2fcf4" providerId="LiveId" clId="{9DAA7C10-E5B0-4CC9-AB0E-CBB8E227BAB7}" dt="2025-10-13T10:09:17.118" v="972" actId="20577"/>
        <pc:sldMkLst>
          <pc:docMk/>
          <pc:sldMk cId="4129995695" sldId="258"/>
        </pc:sldMkLst>
        <pc:spChg chg="add mod">
          <ac:chgData name="재은 이" userId="ee07f9e56af2fcf4" providerId="LiveId" clId="{9DAA7C10-E5B0-4CC9-AB0E-CBB8E227BAB7}" dt="2025-10-13T10:02:08.802" v="361" actId="1076"/>
          <ac:spMkLst>
            <pc:docMk/>
            <pc:sldMk cId="4129995695" sldId="258"/>
            <ac:spMk id="4" creationId="{F207AD9F-AFA8-E265-BF22-0A1AC44B62C5}"/>
          </ac:spMkLst>
        </pc:spChg>
        <pc:cxnChg chg="add mod">
          <ac:chgData name="재은 이" userId="ee07f9e56af2fcf4" providerId="LiveId" clId="{9DAA7C10-E5B0-4CC9-AB0E-CBB8E227BAB7}" dt="2025-10-13T09:47:30.440" v="235" actId="208"/>
          <ac:cxnSpMkLst>
            <pc:docMk/>
            <pc:sldMk cId="4129995695" sldId="258"/>
            <ac:cxnSpMk id="6" creationId="{F9210C35-2BFE-CB07-6C04-7212E3AAA6A5}"/>
          </ac:cxnSpMkLst>
        </pc:cxnChg>
        <pc:cxnChg chg="add mod">
          <ac:chgData name="재은 이" userId="ee07f9e56af2fcf4" providerId="LiveId" clId="{9DAA7C10-E5B0-4CC9-AB0E-CBB8E227BAB7}" dt="2025-10-13T09:47:38.260" v="236" actId="208"/>
          <ac:cxnSpMkLst>
            <pc:docMk/>
            <pc:sldMk cId="4129995695" sldId="258"/>
            <ac:cxnSpMk id="7" creationId="{CC9F2407-E0FA-CFD8-13C3-74A29F6EAF27}"/>
          </ac:cxnSpMkLst>
        </pc:cxnChg>
      </pc:sldChg>
      <pc:sldChg chg="modSp mod ord">
        <pc:chgData name="재은 이" userId="ee07f9e56af2fcf4" providerId="LiveId" clId="{9DAA7C10-E5B0-4CC9-AB0E-CBB8E227BAB7}" dt="2025-10-14T04:07:24.395" v="1348" actId="1038"/>
        <pc:sldMkLst>
          <pc:docMk/>
          <pc:sldMk cId="2410375913" sldId="259"/>
        </pc:sldMkLst>
        <pc:picChg chg="mod">
          <ac:chgData name="재은 이" userId="ee07f9e56af2fcf4" providerId="LiveId" clId="{9DAA7C10-E5B0-4CC9-AB0E-CBB8E227BAB7}" dt="2025-10-14T04:07:24.395" v="1348" actId="1038"/>
          <ac:picMkLst>
            <pc:docMk/>
            <pc:sldMk cId="2410375913" sldId="259"/>
            <ac:picMk id="4" creationId="{86B78EC4-BC02-6C9F-1C1D-F30A7AABCF02}"/>
          </ac:picMkLst>
        </pc:picChg>
      </pc:sldChg>
      <pc:sldChg chg="modSp del mod ord">
        <pc:chgData name="재은 이" userId="ee07f9e56af2fcf4" providerId="LiveId" clId="{9DAA7C10-E5B0-4CC9-AB0E-CBB8E227BAB7}" dt="2025-10-13T09:15:37.516" v="148" actId="47"/>
        <pc:sldMkLst>
          <pc:docMk/>
          <pc:sldMk cId="1275484080" sldId="260"/>
        </pc:sldMkLst>
        <pc:spChg chg="mod">
          <ac:chgData name="재은 이" userId="ee07f9e56af2fcf4" providerId="LiveId" clId="{9DAA7C10-E5B0-4CC9-AB0E-CBB8E227BAB7}" dt="2025-10-13T09:15:26.830" v="145" actId="20577"/>
          <ac:spMkLst>
            <pc:docMk/>
            <pc:sldMk cId="1275484080" sldId="260"/>
            <ac:spMk id="2" creationId="{3ED55AC3-0F72-5E0E-FBE4-D4FE3E4AE3DF}"/>
          </ac:spMkLst>
        </pc:spChg>
      </pc:sldChg>
      <pc:sldChg chg="addSp delSp modSp mod">
        <pc:chgData name="재은 이" userId="ee07f9e56af2fcf4" providerId="LiveId" clId="{9DAA7C10-E5B0-4CC9-AB0E-CBB8E227BAB7}" dt="2025-10-13T09:15:33.752" v="147" actId="478"/>
        <pc:sldMkLst>
          <pc:docMk/>
          <pc:sldMk cId="1270705472" sldId="262"/>
        </pc:sldMkLst>
        <pc:spChg chg="del mod">
          <ac:chgData name="재은 이" userId="ee07f9e56af2fcf4" providerId="LiveId" clId="{9DAA7C10-E5B0-4CC9-AB0E-CBB8E227BAB7}" dt="2025-10-13T09:15:33.752" v="147" actId="478"/>
          <ac:spMkLst>
            <pc:docMk/>
            <pc:sldMk cId="1270705472" sldId="262"/>
            <ac:spMk id="2" creationId="{D08FCAAB-4314-2CED-C378-5C705BB268AB}"/>
          </ac:spMkLst>
        </pc:spChg>
        <pc:spChg chg="add mod">
          <ac:chgData name="재은 이" userId="ee07f9e56af2fcf4" providerId="LiveId" clId="{9DAA7C10-E5B0-4CC9-AB0E-CBB8E227BAB7}" dt="2025-10-13T09:15:31.727" v="146"/>
          <ac:spMkLst>
            <pc:docMk/>
            <pc:sldMk cId="1270705472" sldId="262"/>
            <ac:spMk id="3" creationId="{7A94104A-F41D-A99E-E401-4C9486942E96}"/>
          </ac:spMkLst>
        </pc:spChg>
      </pc:sldChg>
      <pc:sldChg chg="modSp mod">
        <pc:chgData name="재은 이" userId="ee07f9e56af2fcf4" providerId="LiveId" clId="{9DAA7C10-E5B0-4CC9-AB0E-CBB8E227BAB7}" dt="2025-10-13T08:56:33.207" v="9" actId="20577"/>
        <pc:sldMkLst>
          <pc:docMk/>
          <pc:sldMk cId="784438482" sldId="265"/>
        </pc:sldMkLst>
        <pc:spChg chg="mod">
          <ac:chgData name="재은 이" userId="ee07f9e56af2fcf4" providerId="LiveId" clId="{9DAA7C10-E5B0-4CC9-AB0E-CBB8E227BAB7}" dt="2025-10-13T08:56:33.207" v="9" actId="20577"/>
          <ac:spMkLst>
            <pc:docMk/>
            <pc:sldMk cId="784438482" sldId="265"/>
            <ac:spMk id="4" creationId="{ABAC621E-0E11-68D0-7306-D28664335D65}"/>
          </ac:spMkLst>
        </pc:spChg>
      </pc:sldChg>
      <pc:sldChg chg="addSp modSp new mod modNotesTx">
        <pc:chgData name="재은 이" userId="ee07f9e56af2fcf4" providerId="LiveId" clId="{9DAA7C10-E5B0-4CC9-AB0E-CBB8E227BAB7}" dt="2025-10-13T10:16:30.380" v="1335" actId="20577"/>
        <pc:sldMkLst>
          <pc:docMk/>
          <pc:sldMk cId="382664117" sldId="274"/>
        </pc:sldMkLst>
        <pc:graphicFrameChg chg="add mod modGraphic">
          <ac:chgData name="재은 이" userId="ee07f9e56af2fcf4" providerId="LiveId" clId="{9DAA7C10-E5B0-4CC9-AB0E-CBB8E227BAB7}" dt="2025-10-13T10:15:39.732" v="1334" actId="20577"/>
          <ac:graphicFrameMkLst>
            <pc:docMk/>
            <pc:sldMk cId="382664117" sldId="274"/>
            <ac:graphicFrameMk id="2" creationId="{7AB8EB41-F43D-CB71-4CD9-E7FFC75FB6FC}"/>
          </ac:graphicFrameMkLst>
        </pc:graphicFrameChg>
      </pc:sldChg>
      <pc:sldChg chg="addSp delSp modSp new mod ord setBg">
        <pc:chgData name="재은 이" userId="ee07f9e56af2fcf4" providerId="LiveId" clId="{9DAA7C10-E5B0-4CC9-AB0E-CBB8E227BAB7}" dt="2025-10-13T10:23:17.948" v="1347" actId="1076"/>
        <pc:sldMkLst>
          <pc:docMk/>
          <pc:sldMk cId="3468310466" sldId="275"/>
        </pc:sldMkLst>
        <pc:spChg chg="add mod ord">
          <ac:chgData name="재은 이" userId="ee07f9e56af2fcf4" providerId="LiveId" clId="{9DAA7C10-E5B0-4CC9-AB0E-CBB8E227BAB7}" dt="2025-10-13T10:23:17.948" v="1347" actId="1076"/>
          <ac:spMkLst>
            <pc:docMk/>
            <pc:sldMk cId="3468310466" sldId="275"/>
            <ac:spMk id="2" creationId="{5C85EE3F-2648-C62F-9CB6-7742140D52F6}"/>
          </ac:spMkLst>
        </pc:spChg>
        <pc:spChg chg="add del">
          <ac:chgData name="재은 이" userId="ee07f9e56af2fcf4" providerId="LiveId" clId="{9DAA7C10-E5B0-4CC9-AB0E-CBB8E227BAB7}" dt="2025-10-13T10:23:01.119" v="1346" actId="26606"/>
          <ac:spMkLst>
            <pc:docMk/>
            <pc:sldMk cId="3468310466" sldId="275"/>
            <ac:spMk id="9" creationId="{9D25F302-27C5-414F-97F8-6EA0A6C028BA}"/>
          </ac:spMkLst>
        </pc:spChg>
        <pc:spChg chg="add del">
          <ac:chgData name="재은 이" userId="ee07f9e56af2fcf4" providerId="LiveId" clId="{9DAA7C10-E5B0-4CC9-AB0E-CBB8E227BAB7}" dt="2025-10-13T10:23:01.119" v="1346" actId="26606"/>
          <ac:spMkLst>
            <pc:docMk/>
            <pc:sldMk cId="3468310466" sldId="275"/>
            <ac:spMk id="11" creationId="{830A36F8-48C2-4842-A87B-8CE8DF4E7FD2}"/>
          </ac:spMkLst>
        </pc:spChg>
        <pc:spChg chg="add del">
          <ac:chgData name="재은 이" userId="ee07f9e56af2fcf4" providerId="LiveId" clId="{9DAA7C10-E5B0-4CC9-AB0E-CBB8E227BAB7}" dt="2025-10-13T10:23:01.119" v="1346" actId="26606"/>
          <ac:spMkLst>
            <pc:docMk/>
            <pc:sldMk cId="3468310466" sldId="275"/>
            <ac:spMk id="13" creationId="{7F488E8B-4E1E-4402-8935-D4E6C02615C7}"/>
          </ac:spMkLst>
        </pc:spChg>
        <pc:picChg chg="add mod ord">
          <ac:chgData name="재은 이" userId="ee07f9e56af2fcf4" providerId="LiveId" clId="{9DAA7C10-E5B0-4CC9-AB0E-CBB8E227BAB7}" dt="2025-10-13T10:23:17.948" v="1347" actId="1076"/>
          <ac:picMkLst>
            <pc:docMk/>
            <pc:sldMk cId="3468310466" sldId="275"/>
            <ac:picMk id="3" creationId="{B4320A50-86D5-B3F5-594D-4B397345B3AE}"/>
          </ac:picMkLst>
        </pc:picChg>
        <pc:picChg chg="add mod">
          <ac:chgData name="재은 이" userId="ee07f9e56af2fcf4" providerId="LiveId" clId="{9DAA7C10-E5B0-4CC9-AB0E-CBB8E227BAB7}" dt="2025-10-13T10:23:17.948" v="1347" actId="1076"/>
          <ac:picMkLst>
            <pc:docMk/>
            <pc:sldMk cId="3468310466" sldId="275"/>
            <ac:picMk id="4" creationId="{0BE8A34E-C97F-F499-6AF4-7E1E79A890B7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B537E72-1D9F-4393-809B-C431AD8762D8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pPr latinLnBrk="1"/>
          <a:endParaRPr lang="ko-KR" altLang="en-US"/>
        </a:p>
      </dgm:t>
    </dgm:pt>
    <dgm:pt modelId="{2CCB2A8C-5857-4F68-9C1D-5192E03A993B}">
      <dgm:prSet phldrT="[텍스트]" custT="1"/>
      <dgm:spPr/>
      <dgm:t>
        <a:bodyPr/>
        <a:lstStyle/>
        <a:p>
          <a:pPr latinLnBrk="1"/>
          <a:r>
            <a:rPr lang="ko-KR" altLang="en-US" sz="1800" b="1" dirty="0"/>
            <a:t>공감형</a:t>
          </a:r>
          <a:r>
            <a:rPr lang="ko-KR" altLang="en-US" sz="1800" dirty="0"/>
            <a:t> </a:t>
          </a:r>
          <a:r>
            <a:rPr lang="en-US" altLang="ko-KR" sz="1800" dirty="0"/>
            <a:t>: </a:t>
          </a:r>
          <a:r>
            <a:rPr lang="ko-KR" altLang="en-US" sz="1800" dirty="0"/>
            <a:t>감정적 경청</a:t>
          </a:r>
          <a:r>
            <a:rPr lang="en-US" altLang="ko-KR" sz="1800" dirty="0"/>
            <a:t>, </a:t>
          </a:r>
          <a:r>
            <a:rPr lang="ko-KR" altLang="en-US" sz="1800" dirty="0"/>
            <a:t>위로중심</a:t>
          </a:r>
        </a:p>
      </dgm:t>
    </dgm:pt>
    <dgm:pt modelId="{41B44F7C-1CC3-4D35-A9C5-3499FA5AA018}" type="parTrans" cxnId="{F062E94E-C788-4A46-9800-A959B123258F}">
      <dgm:prSet/>
      <dgm:spPr/>
      <dgm:t>
        <a:bodyPr/>
        <a:lstStyle/>
        <a:p>
          <a:pPr latinLnBrk="1"/>
          <a:endParaRPr lang="ko-KR" altLang="en-US" sz="600"/>
        </a:p>
      </dgm:t>
    </dgm:pt>
    <dgm:pt modelId="{F19A2E7A-2E8B-48E9-BB95-203E5D5BE349}" type="sibTrans" cxnId="{F062E94E-C788-4A46-9800-A959B123258F}">
      <dgm:prSet/>
      <dgm:spPr/>
      <dgm:t>
        <a:bodyPr/>
        <a:lstStyle/>
        <a:p>
          <a:pPr latinLnBrk="1"/>
          <a:endParaRPr lang="ko-KR" altLang="en-US" sz="600"/>
        </a:p>
      </dgm:t>
    </dgm:pt>
    <dgm:pt modelId="{AED35985-5A73-473B-A6EF-7E0880E3CE26}">
      <dgm:prSet phldrT="[텍스트]" custT="1"/>
      <dgm:spPr/>
      <dgm:t>
        <a:bodyPr/>
        <a:lstStyle/>
        <a:p>
          <a:pPr latinLnBrk="1"/>
          <a:r>
            <a:rPr lang="ko-KR" altLang="en-US" sz="1800" b="1" dirty="0"/>
            <a:t>격려형</a:t>
          </a:r>
          <a:r>
            <a:rPr lang="ko-KR" altLang="en-US" sz="1800" dirty="0"/>
            <a:t> </a:t>
          </a:r>
          <a:r>
            <a:rPr lang="en-US" altLang="ko-KR" sz="1800" dirty="0"/>
            <a:t>: </a:t>
          </a:r>
          <a:r>
            <a:rPr lang="ko-KR" altLang="en-US" sz="1800" dirty="0"/>
            <a:t>긍정 피드백</a:t>
          </a:r>
          <a:r>
            <a:rPr lang="en-US" altLang="ko-KR" sz="1800" dirty="0"/>
            <a:t>, </a:t>
          </a:r>
          <a:r>
            <a:rPr lang="ko-KR" altLang="en-US" sz="1800" dirty="0"/>
            <a:t>동기부여</a:t>
          </a:r>
        </a:p>
      </dgm:t>
    </dgm:pt>
    <dgm:pt modelId="{E530FBE8-3157-49DD-BDD5-512D959D64B2}" type="parTrans" cxnId="{50B4FD07-F07C-43F9-B4BE-B8057E960A8E}">
      <dgm:prSet/>
      <dgm:spPr/>
      <dgm:t>
        <a:bodyPr/>
        <a:lstStyle/>
        <a:p>
          <a:pPr latinLnBrk="1"/>
          <a:endParaRPr lang="ko-KR" altLang="en-US" sz="600"/>
        </a:p>
      </dgm:t>
    </dgm:pt>
    <dgm:pt modelId="{FD1E2DBC-254E-457D-9144-46B720229525}" type="sibTrans" cxnId="{50B4FD07-F07C-43F9-B4BE-B8057E960A8E}">
      <dgm:prSet/>
      <dgm:spPr/>
      <dgm:t>
        <a:bodyPr/>
        <a:lstStyle/>
        <a:p>
          <a:pPr latinLnBrk="1"/>
          <a:endParaRPr lang="ko-KR" altLang="en-US" sz="600"/>
        </a:p>
      </dgm:t>
    </dgm:pt>
    <dgm:pt modelId="{A7D407E9-2828-418A-9352-07E2C84AE023}">
      <dgm:prSet phldrT="[텍스트]" custT="1"/>
      <dgm:spPr/>
      <dgm:t>
        <a:bodyPr/>
        <a:lstStyle/>
        <a:p>
          <a:pPr latinLnBrk="1"/>
          <a:r>
            <a:rPr lang="ko-KR" altLang="en-US" sz="1800" b="1" dirty="0"/>
            <a:t>창의형</a:t>
          </a:r>
          <a:r>
            <a:rPr lang="ko-KR" altLang="en-US" sz="1800" dirty="0"/>
            <a:t> </a:t>
          </a:r>
          <a:r>
            <a:rPr lang="en-US" altLang="ko-KR" sz="1800" dirty="0"/>
            <a:t>: </a:t>
          </a:r>
          <a:r>
            <a:rPr lang="ko-KR" altLang="en-US" sz="1800" dirty="0"/>
            <a:t>이미지</a:t>
          </a:r>
          <a:r>
            <a:rPr lang="en-US" altLang="ko-KR" sz="1800" dirty="0"/>
            <a:t>, </a:t>
          </a:r>
          <a:r>
            <a:rPr lang="ko-KR" altLang="en-US" sz="1800" dirty="0"/>
            <a:t>비유 표현</a:t>
          </a:r>
        </a:p>
      </dgm:t>
    </dgm:pt>
    <dgm:pt modelId="{FC1D020B-30AC-42EC-803F-984AB624A859}" type="parTrans" cxnId="{C6108BAF-611A-4BF0-AFB5-AA4B85003E80}">
      <dgm:prSet/>
      <dgm:spPr/>
      <dgm:t>
        <a:bodyPr/>
        <a:lstStyle/>
        <a:p>
          <a:pPr latinLnBrk="1"/>
          <a:endParaRPr lang="ko-KR" altLang="en-US"/>
        </a:p>
      </dgm:t>
    </dgm:pt>
    <dgm:pt modelId="{7620D9A0-8018-434F-A333-2A37D6F9CC25}" type="sibTrans" cxnId="{C6108BAF-611A-4BF0-AFB5-AA4B85003E80}">
      <dgm:prSet/>
      <dgm:spPr/>
      <dgm:t>
        <a:bodyPr/>
        <a:lstStyle/>
        <a:p>
          <a:pPr latinLnBrk="1"/>
          <a:endParaRPr lang="ko-KR" altLang="en-US"/>
        </a:p>
      </dgm:t>
    </dgm:pt>
    <dgm:pt modelId="{7E09899D-48AA-4867-BDC9-E5DAF1DAC9C6}">
      <dgm:prSet phldrT="[텍스트]" custT="1"/>
      <dgm:spPr/>
      <dgm:t>
        <a:bodyPr/>
        <a:lstStyle/>
        <a:p>
          <a:pPr latinLnBrk="1"/>
          <a:r>
            <a:rPr lang="ko-KR" altLang="en-US" sz="1800" b="1" dirty="0"/>
            <a:t>논리형</a:t>
          </a:r>
          <a:r>
            <a:rPr lang="ko-KR" altLang="en-US" sz="1800" dirty="0"/>
            <a:t> </a:t>
          </a:r>
          <a:r>
            <a:rPr lang="en-US" altLang="ko-KR" sz="1800" dirty="0"/>
            <a:t>: </a:t>
          </a:r>
          <a:r>
            <a:rPr lang="ko-KR" altLang="en-US" sz="1800" dirty="0"/>
            <a:t>인지적 재구조화</a:t>
          </a:r>
        </a:p>
      </dgm:t>
    </dgm:pt>
    <dgm:pt modelId="{6DE3C7AD-D368-49DA-A8B0-0232488CC859}" type="parTrans" cxnId="{02454EB8-1E54-4D7B-A841-8F08969982A7}">
      <dgm:prSet/>
      <dgm:spPr/>
      <dgm:t>
        <a:bodyPr/>
        <a:lstStyle/>
        <a:p>
          <a:pPr latinLnBrk="1"/>
          <a:endParaRPr lang="ko-KR" altLang="en-US"/>
        </a:p>
      </dgm:t>
    </dgm:pt>
    <dgm:pt modelId="{09FE3586-C3C7-4B50-A958-23A9DBAB441C}" type="sibTrans" cxnId="{02454EB8-1E54-4D7B-A841-8F08969982A7}">
      <dgm:prSet/>
      <dgm:spPr/>
      <dgm:t>
        <a:bodyPr/>
        <a:lstStyle/>
        <a:p>
          <a:pPr latinLnBrk="1"/>
          <a:endParaRPr lang="ko-KR" altLang="en-US"/>
        </a:p>
      </dgm:t>
    </dgm:pt>
    <dgm:pt modelId="{0E8E8058-0DCC-4C24-8BDF-834724F2B91E}">
      <dgm:prSet phldrT="[텍스트]" custT="1"/>
      <dgm:spPr/>
      <dgm:t>
        <a:bodyPr/>
        <a:lstStyle/>
        <a:p>
          <a:pPr latinLnBrk="1"/>
          <a:r>
            <a:rPr lang="ko-KR" altLang="en-US" sz="1800" b="1" dirty="0"/>
            <a:t>차분형</a:t>
          </a:r>
          <a:r>
            <a:rPr lang="ko-KR" altLang="en-US" sz="1800" dirty="0"/>
            <a:t> </a:t>
          </a:r>
          <a:r>
            <a:rPr lang="en-US" altLang="ko-KR" sz="1800" dirty="0"/>
            <a:t>: </a:t>
          </a:r>
          <a:r>
            <a:rPr lang="ko-KR" altLang="en-US" sz="1800" dirty="0"/>
            <a:t>침착한 대화</a:t>
          </a:r>
          <a:r>
            <a:rPr lang="en-US" altLang="ko-KR" sz="1800" dirty="0"/>
            <a:t>, </a:t>
          </a:r>
          <a:r>
            <a:rPr lang="ko-KR" altLang="en-US" sz="1800" dirty="0"/>
            <a:t>이성적 판단</a:t>
          </a:r>
        </a:p>
      </dgm:t>
    </dgm:pt>
    <dgm:pt modelId="{85E42733-3913-430B-9A0B-F80A68A9DC2D}" type="parTrans" cxnId="{B0BFC4E5-5277-46CC-A9F1-EBE1E3FE2EF8}">
      <dgm:prSet/>
      <dgm:spPr/>
      <dgm:t>
        <a:bodyPr/>
        <a:lstStyle/>
        <a:p>
          <a:pPr latinLnBrk="1"/>
          <a:endParaRPr lang="ko-KR" altLang="en-US"/>
        </a:p>
      </dgm:t>
    </dgm:pt>
    <dgm:pt modelId="{22BA8764-22D9-4E31-98C1-B18A5DEB189B}" type="sibTrans" cxnId="{B0BFC4E5-5277-46CC-A9F1-EBE1E3FE2EF8}">
      <dgm:prSet/>
      <dgm:spPr/>
      <dgm:t>
        <a:bodyPr/>
        <a:lstStyle/>
        <a:p>
          <a:pPr latinLnBrk="1"/>
          <a:endParaRPr lang="ko-KR" altLang="en-US"/>
        </a:p>
      </dgm:t>
    </dgm:pt>
    <dgm:pt modelId="{3122F537-BFB0-45DB-9F2E-B0DA30AF4266}">
      <dgm:prSet phldrT="[텍스트]" custT="1"/>
      <dgm:spPr/>
      <dgm:t>
        <a:bodyPr/>
        <a:lstStyle/>
        <a:p>
          <a:pPr latinLnBrk="1"/>
          <a:r>
            <a:rPr lang="ko-KR" altLang="en-US" sz="1800" b="1" dirty="0"/>
            <a:t>직설형</a:t>
          </a:r>
          <a:r>
            <a:rPr lang="ko-KR" altLang="en-US" sz="1800" dirty="0"/>
            <a:t> </a:t>
          </a:r>
          <a:r>
            <a:rPr lang="en-US" altLang="ko-KR" sz="1800" dirty="0"/>
            <a:t>: </a:t>
          </a:r>
          <a:r>
            <a:rPr lang="ko-KR" altLang="en-US" sz="1800" dirty="0"/>
            <a:t>현실적 조언</a:t>
          </a:r>
          <a:r>
            <a:rPr lang="en-US" altLang="ko-KR" sz="1800" dirty="0"/>
            <a:t>, </a:t>
          </a:r>
          <a:r>
            <a:rPr lang="ko-KR" altLang="en-US" sz="1800" dirty="0"/>
            <a:t>솔직함</a:t>
          </a:r>
        </a:p>
      </dgm:t>
    </dgm:pt>
    <dgm:pt modelId="{3CBAB694-DB25-4A39-BE35-04F5FC86CB5C}" type="parTrans" cxnId="{2BCE0123-7C10-4510-9945-302E42E23AA1}">
      <dgm:prSet/>
      <dgm:spPr/>
      <dgm:t>
        <a:bodyPr/>
        <a:lstStyle/>
        <a:p>
          <a:pPr latinLnBrk="1"/>
          <a:endParaRPr lang="ko-KR" altLang="en-US"/>
        </a:p>
      </dgm:t>
    </dgm:pt>
    <dgm:pt modelId="{3A848AED-C4BB-4944-9CF0-6109113BB038}" type="sibTrans" cxnId="{2BCE0123-7C10-4510-9945-302E42E23AA1}">
      <dgm:prSet/>
      <dgm:spPr/>
      <dgm:t>
        <a:bodyPr/>
        <a:lstStyle/>
        <a:p>
          <a:pPr latinLnBrk="1"/>
          <a:endParaRPr lang="ko-KR" altLang="en-US"/>
        </a:p>
      </dgm:t>
    </dgm:pt>
    <dgm:pt modelId="{06C0C37F-8B67-4353-8B92-E02AF0CFBBCB}">
      <dgm:prSet phldrT="[텍스트]" custT="1"/>
      <dgm:spPr/>
      <dgm:t>
        <a:bodyPr/>
        <a:lstStyle/>
        <a:p>
          <a:pPr latinLnBrk="1"/>
          <a:endParaRPr lang="ko-KR" altLang="en-US" sz="1600" dirty="0"/>
        </a:p>
      </dgm:t>
    </dgm:pt>
    <dgm:pt modelId="{CA515703-E361-4541-9524-B1B77A91E516}" type="parTrans" cxnId="{BEDD5407-99E8-4C5C-A287-5A124733DD5A}">
      <dgm:prSet/>
      <dgm:spPr/>
      <dgm:t>
        <a:bodyPr/>
        <a:lstStyle/>
        <a:p>
          <a:pPr latinLnBrk="1"/>
          <a:endParaRPr lang="ko-KR" altLang="en-US"/>
        </a:p>
      </dgm:t>
    </dgm:pt>
    <dgm:pt modelId="{D162D56B-12C1-498C-9E79-D519C817DE3E}" type="sibTrans" cxnId="{BEDD5407-99E8-4C5C-A287-5A124733DD5A}">
      <dgm:prSet/>
      <dgm:spPr/>
      <dgm:t>
        <a:bodyPr/>
        <a:lstStyle/>
        <a:p>
          <a:pPr latinLnBrk="1"/>
          <a:endParaRPr lang="ko-KR" altLang="en-US"/>
        </a:p>
      </dgm:t>
    </dgm:pt>
    <dgm:pt modelId="{A46AF750-7365-4C88-83BC-28E17E7AC919}" type="pres">
      <dgm:prSet presAssocID="{2B537E72-1D9F-4393-809B-C431AD8762D8}" presName="vert0" presStyleCnt="0">
        <dgm:presLayoutVars>
          <dgm:dir/>
          <dgm:animOne val="branch"/>
          <dgm:animLvl val="lvl"/>
        </dgm:presLayoutVars>
      </dgm:prSet>
      <dgm:spPr/>
    </dgm:pt>
    <dgm:pt modelId="{3F20189A-F50E-4837-ABE3-9C6CB6775CF1}" type="pres">
      <dgm:prSet presAssocID="{06C0C37F-8B67-4353-8B92-E02AF0CFBBCB}" presName="thickLine" presStyleLbl="alignNode1" presStyleIdx="0" presStyleCnt="1"/>
      <dgm:spPr/>
    </dgm:pt>
    <dgm:pt modelId="{EC710165-B626-4B04-8F76-F813C42FA51D}" type="pres">
      <dgm:prSet presAssocID="{06C0C37F-8B67-4353-8B92-E02AF0CFBBCB}" presName="horz1" presStyleCnt="0"/>
      <dgm:spPr/>
    </dgm:pt>
    <dgm:pt modelId="{B427DB01-CCF1-4E83-A46E-32064EFBC578}" type="pres">
      <dgm:prSet presAssocID="{06C0C37F-8B67-4353-8B92-E02AF0CFBBCB}" presName="tx1" presStyleLbl="revTx" presStyleIdx="0" presStyleCnt="7"/>
      <dgm:spPr/>
    </dgm:pt>
    <dgm:pt modelId="{4836E3FF-9AC2-4DD9-A97C-7CD6E5C2A8F9}" type="pres">
      <dgm:prSet presAssocID="{06C0C37F-8B67-4353-8B92-E02AF0CFBBCB}" presName="vert1" presStyleCnt="0"/>
      <dgm:spPr/>
    </dgm:pt>
    <dgm:pt modelId="{BDD5E991-4849-4B45-A33F-E5A66718D9FD}" type="pres">
      <dgm:prSet presAssocID="{2CCB2A8C-5857-4F68-9C1D-5192E03A993B}" presName="vertSpace2a" presStyleCnt="0"/>
      <dgm:spPr/>
    </dgm:pt>
    <dgm:pt modelId="{7225340A-AE9C-4EA9-8C55-1B843CC30785}" type="pres">
      <dgm:prSet presAssocID="{2CCB2A8C-5857-4F68-9C1D-5192E03A993B}" presName="horz2" presStyleCnt="0"/>
      <dgm:spPr/>
    </dgm:pt>
    <dgm:pt modelId="{91CB7427-A5D6-44FA-85EE-08EF4FF9132E}" type="pres">
      <dgm:prSet presAssocID="{2CCB2A8C-5857-4F68-9C1D-5192E03A993B}" presName="horzSpace2" presStyleCnt="0"/>
      <dgm:spPr/>
    </dgm:pt>
    <dgm:pt modelId="{289BE886-0392-4963-95B8-AFB4F635FC59}" type="pres">
      <dgm:prSet presAssocID="{2CCB2A8C-5857-4F68-9C1D-5192E03A993B}" presName="tx2" presStyleLbl="revTx" presStyleIdx="1" presStyleCnt="7"/>
      <dgm:spPr/>
    </dgm:pt>
    <dgm:pt modelId="{54A7DC4D-E90C-4356-9603-C0A28B8821F8}" type="pres">
      <dgm:prSet presAssocID="{2CCB2A8C-5857-4F68-9C1D-5192E03A993B}" presName="vert2" presStyleCnt="0"/>
      <dgm:spPr/>
    </dgm:pt>
    <dgm:pt modelId="{3F205A5D-A037-42C6-AAEA-C8E191AB6A74}" type="pres">
      <dgm:prSet presAssocID="{2CCB2A8C-5857-4F68-9C1D-5192E03A993B}" presName="thinLine2b" presStyleLbl="callout" presStyleIdx="0" presStyleCnt="6"/>
      <dgm:spPr/>
    </dgm:pt>
    <dgm:pt modelId="{EC758657-FB1D-42CC-92DF-89A203B84081}" type="pres">
      <dgm:prSet presAssocID="{2CCB2A8C-5857-4F68-9C1D-5192E03A993B}" presName="vertSpace2b" presStyleCnt="0"/>
      <dgm:spPr/>
    </dgm:pt>
    <dgm:pt modelId="{4A71F651-35AB-474B-98FF-1FA53A794DBE}" type="pres">
      <dgm:prSet presAssocID="{AED35985-5A73-473B-A6EF-7E0880E3CE26}" presName="horz2" presStyleCnt="0"/>
      <dgm:spPr/>
    </dgm:pt>
    <dgm:pt modelId="{81B2ADFE-5D73-4F5A-A660-B1ED96018399}" type="pres">
      <dgm:prSet presAssocID="{AED35985-5A73-473B-A6EF-7E0880E3CE26}" presName="horzSpace2" presStyleCnt="0"/>
      <dgm:spPr/>
    </dgm:pt>
    <dgm:pt modelId="{C6038147-BA93-4B8F-B79B-E7190BD41CF1}" type="pres">
      <dgm:prSet presAssocID="{AED35985-5A73-473B-A6EF-7E0880E3CE26}" presName="tx2" presStyleLbl="revTx" presStyleIdx="2" presStyleCnt="7"/>
      <dgm:spPr/>
    </dgm:pt>
    <dgm:pt modelId="{B73980A0-D6C8-40EF-8CF4-1CB47EBE0C5B}" type="pres">
      <dgm:prSet presAssocID="{AED35985-5A73-473B-A6EF-7E0880E3CE26}" presName="vert2" presStyleCnt="0"/>
      <dgm:spPr/>
    </dgm:pt>
    <dgm:pt modelId="{ED5CF4B5-0AF6-47DD-A0A3-972747688865}" type="pres">
      <dgm:prSet presAssocID="{AED35985-5A73-473B-A6EF-7E0880E3CE26}" presName="thinLine2b" presStyleLbl="callout" presStyleIdx="1" presStyleCnt="6"/>
      <dgm:spPr/>
    </dgm:pt>
    <dgm:pt modelId="{DC723979-F8CC-490D-83DE-D059DFCA6173}" type="pres">
      <dgm:prSet presAssocID="{AED35985-5A73-473B-A6EF-7E0880E3CE26}" presName="vertSpace2b" presStyleCnt="0"/>
      <dgm:spPr/>
    </dgm:pt>
    <dgm:pt modelId="{56D64DF5-937D-45A2-BD4F-10610E115564}" type="pres">
      <dgm:prSet presAssocID="{7E09899D-48AA-4867-BDC9-E5DAF1DAC9C6}" presName="horz2" presStyleCnt="0"/>
      <dgm:spPr/>
    </dgm:pt>
    <dgm:pt modelId="{3676769A-88B1-48DD-8876-876C56375F1E}" type="pres">
      <dgm:prSet presAssocID="{7E09899D-48AA-4867-BDC9-E5DAF1DAC9C6}" presName="horzSpace2" presStyleCnt="0"/>
      <dgm:spPr/>
    </dgm:pt>
    <dgm:pt modelId="{610F476F-0410-4CFF-B2FD-68E650FD7EB8}" type="pres">
      <dgm:prSet presAssocID="{7E09899D-48AA-4867-BDC9-E5DAF1DAC9C6}" presName="tx2" presStyleLbl="revTx" presStyleIdx="3" presStyleCnt="7"/>
      <dgm:spPr/>
    </dgm:pt>
    <dgm:pt modelId="{CE0AC6B4-85B5-4FCE-AFB8-7C02DF424494}" type="pres">
      <dgm:prSet presAssocID="{7E09899D-48AA-4867-BDC9-E5DAF1DAC9C6}" presName="vert2" presStyleCnt="0"/>
      <dgm:spPr/>
    </dgm:pt>
    <dgm:pt modelId="{9309A0FC-928F-4895-B08F-364C371AEB68}" type="pres">
      <dgm:prSet presAssocID="{7E09899D-48AA-4867-BDC9-E5DAF1DAC9C6}" presName="thinLine2b" presStyleLbl="callout" presStyleIdx="2" presStyleCnt="6"/>
      <dgm:spPr/>
    </dgm:pt>
    <dgm:pt modelId="{FFB43671-85DB-4027-A6ED-63B7DB671258}" type="pres">
      <dgm:prSet presAssocID="{7E09899D-48AA-4867-BDC9-E5DAF1DAC9C6}" presName="vertSpace2b" presStyleCnt="0"/>
      <dgm:spPr/>
    </dgm:pt>
    <dgm:pt modelId="{C5B4BDB6-15CC-4614-9264-5FF6B56F312E}" type="pres">
      <dgm:prSet presAssocID="{A7D407E9-2828-418A-9352-07E2C84AE023}" presName="horz2" presStyleCnt="0"/>
      <dgm:spPr/>
    </dgm:pt>
    <dgm:pt modelId="{3E38D917-DD0F-4411-A916-3CF0E5F6824D}" type="pres">
      <dgm:prSet presAssocID="{A7D407E9-2828-418A-9352-07E2C84AE023}" presName="horzSpace2" presStyleCnt="0"/>
      <dgm:spPr/>
    </dgm:pt>
    <dgm:pt modelId="{A522258A-0B11-4D8A-9752-BED189516CC8}" type="pres">
      <dgm:prSet presAssocID="{A7D407E9-2828-418A-9352-07E2C84AE023}" presName="tx2" presStyleLbl="revTx" presStyleIdx="4" presStyleCnt="7"/>
      <dgm:spPr/>
    </dgm:pt>
    <dgm:pt modelId="{44247046-4F88-421C-9EA6-1A78403A465D}" type="pres">
      <dgm:prSet presAssocID="{A7D407E9-2828-418A-9352-07E2C84AE023}" presName="vert2" presStyleCnt="0"/>
      <dgm:spPr/>
    </dgm:pt>
    <dgm:pt modelId="{5751F29A-010A-46EB-8E1D-D1375DF13A94}" type="pres">
      <dgm:prSet presAssocID="{A7D407E9-2828-418A-9352-07E2C84AE023}" presName="thinLine2b" presStyleLbl="callout" presStyleIdx="3" presStyleCnt="6"/>
      <dgm:spPr/>
    </dgm:pt>
    <dgm:pt modelId="{47C7271E-6728-41C2-BCA2-FFF7DA6BCDB5}" type="pres">
      <dgm:prSet presAssocID="{A7D407E9-2828-418A-9352-07E2C84AE023}" presName="vertSpace2b" presStyleCnt="0"/>
      <dgm:spPr/>
    </dgm:pt>
    <dgm:pt modelId="{702979F8-2BF1-4AA2-8589-A97BD6B4ACCF}" type="pres">
      <dgm:prSet presAssocID="{0E8E8058-0DCC-4C24-8BDF-834724F2B91E}" presName="horz2" presStyleCnt="0"/>
      <dgm:spPr/>
    </dgm:pt>
    <dgm:pt modelId="{F28C0B3C-3880-4A90-ADEB-7901405E8235}" type="pres">
      <dgm:prSet presAssocID="{0E8E8058-0DCC-4C24-8BDF-834724F2B91E}" presName="horzSpace2" presStyleCnt="0"/>
      <dgm:spPr/>
    </dgm:pt>
    <dgm:pt modelId="{83AD2F3B-CFC8-44B1-AA8B-A4E2D6DA0901}" type="pres">
      <dgm:prSet presAssocID="{0E8E8058-0DCC-4C24-8BDF-834724F2B91E}" presName="tx2" presStyleLbl="revTx" presStyleIdx="5" presStyleCnt="7"/>
      <dgm:spPr/>
    </dgm:pt>
    <dgm:pt modelId="{41A3ECEA-A825-422C-8F99-25B60A453A21}" type="pres">
      <dgm:prSet presAssocID="{0E8E8058-0DCC-4C24-8BDF-834724F2B91E}" presName="vert2" presStyleCnt="0"/>
      <dgm:spPr/>
    </dgm:pt>
    <dgm:pt modelId="{2407821B-53A1-4048-A13F-23EAD885A0ED}" type="pres">
      <dgm:prSet presAssocID="{0E8E8058-0DCC-4C24-8BDF-834724F2B91E}" presName="thinLine2b" presStyleLbl="callout" presStyleIdx="4" presStyleCnt="6"/>
      <dgm:spPr/>
    </dgm:pt>
    <dgm:pt modelId="{5B23E686-7B59-4B1D-8F71-5D494A5DE24D}" type="pres">
      <dgm:prSet presAssocID="{0E8E8058-0DCC-4C24-8BDF-834724F2B91E}" presName="vertSpace2b" presStyleCnt="0"/>
      <dgm:spPr/>
    </dgm:pt>
    <dgm:pt modelId="{98DD6F0F-D973-42E8-A49D-8A91AE3896DA}" type="pres">
      <dgm:prSet presAssocID="{3122F537-BFB0-45DB-9F2E-B0DA30AF4266}" presName="horz2" presStyleCnt="0"/>
      <dgm:spPr/>
    </dgm:pt>
    <dgm:pt modelId="{6C3E281B-B204-48ED-A50A-E597D8EDE5CB}" type="pres">
      <dgm:prSet presAssocID="{3122F537-BFB0-45DB-9F2E-B0DA30AF4266}" presName="horzSpace2" presStyleCnt="0"/>
      <dgm:spPr/>
    </dgm:pt>
    <dgm:pt modelId="{9DECD41D-7C55-4E20-8384-C66B5BAE8270}" type="pres">
      <dgm:prSet presAssocID="{3122F537-BFB0-45DB-9F2E-B0DA30AF4266}" presName="tx2" presStyleLbl="revTx" presStyleIdx="6" presStyleCnt="7"/>
      <dgm:spPr/>
    </dgm:pt>
    <dgm:pt modelId="{959C2799-62DE-43AE-AC47-0ECD6199906F}" type="pres">
      <dgm:prSet presAssocID="{3122F537-BFB0-45DB-9F2E-B0DA30AF4266}" presName="vert2" presStyleCnt="0"/>
      <dgm:spPr/>
    </dgm:pt>
    <dgm:pt modelId="{5FB31AD7-45E6-455F-A4A5-69044B4D9AC7}" type="pres">
      <dgm:prSet presAssocID="{3122F537-BFB0-45DB-9F2E-B0DA30AF4266}" presName="thinLine2b" presStyleLbl="callout" presStyleIdx="5" presStyleCnt="6"/>
      <dgm:spPr/>
    </dgm:pt>
    <dgm:pt modelId="{2BA3259F-3756-409E-95F5-F98C4553BD7D}" type="pres">
      <dgm:prSet presAssocID="{3122F537-BFB0-45DB-9F2E-B0DA30AF4266}" presName="vertSpace2b" presStyleCnt="0"/>
      <dgm:spPr/>
    </dgm:pt>
  </dgm:ptLst>
  <dgm:cxnLst>
    <dgm:cxn modelId="{BEDD5407-99E8-4C5C-A287-5A124733DD5A}" srcId="{2B537E72-1D9F-4393-809B-C431AD8762D8}" destId="{06C0C37F-8B67-4353-8B92-E02AF0CFBBCB}" srcOrd="0" destOrd="0" parTransId="{CA515703-E361-4541-9524-B1B77A91E516}" sibTransId="{D162D56B-12C1-498C-9E79-D519C817DE3E}"/>
    <dgm:cxn modelId="{50B4FD07-F07C-43F9-B4BE-B8057E960A8E}" srcId="{06C0C37F-8B67-4353-8B92-E02AF0CFBBCB}" destId="{AED35985-5A73-473B-A6EF-7E0880E3CE26}" srcOrd="1" destOrd="0" parTransId="{E530FBE8-3157-49DD-BDD5-512D959D64B2}" sibTransId="{FD1E2DBC-254E-457D-9144-46B720229525}"/>
    <dgm:cxn modelId="{E71DAF1D-978F-4AE9-957C-ACB68ECECE5A}" type="presOf" srcId="{AED35985-5A73-473B-A6EF-7E0880E3CE26}" destId="{C6038147-BA93-4B8F-B79B-E7190BD41CF1}" srcOrd="0" destOrd="0" presId="urn:microsoft.com/office/officeart/2008/layout/LinedList"/>
    <dgm:cxn modelId="{2BCE0123-7C10-4510-9945-302E42E23AA1}" srcId="{06C0C37F-8B67-4353-8B92-E02AF0CFBBCB}" destId="{3122F537-BFB0-45DB-9F2E-B0DA30AF4266}" srcOrd="5" destOrd="0" parTransId="{3CBAB694-DB25-4A39-BE35-04F5FC86CB5C}" sibTransId="{3A848AED-C4BB-4944-9CF0-6109113BB038}"/>
    <dgm:cxn modelId="{F062E94E-C788-4A46-9800-A959B123258F}" srcId="{06C0C37F-8B67-4353-8B92-E02AF0CFBBCB}" destId="{2CCB2A8C-5857-4F68-9C1D-5192E03A993B}" srcOrd="0" destOrd="0" parTransId="{41B44F7C-1CC3-4D35-A9C5-3499FA5AA018}" sibTransId="{F19A2E7A-2E8B-48E9-BB95-203E5D5BE349}"/>
    <dgm:cxn modelId="{C64D5271-5A13-42DC-8EA3-02FA66DA998F}" type="presOf" srcId="{A7D407E9-2828-418A-9352-07E2C84AE023}" destId="{A522258A-0B11-4D8A-9752-BED189516CC8}" srcOrd="0" destOrd="0" presId="urn:microsoft.com/office/officeart/2008/layout/LinedList"/>
    <dgm:cxn modelId="{4FA15A78-9485-44B4-808F-3E3A974169E1}" type="presOf" srcId="{2CCB2A8C-5857-4F68-9C1D-5192E03A993B}" destId="{289BE886-0392-4963-95B8-AFB4F635FC59}" srcOrd="0" destOrd="0" presId="urn:microsoft.com/office/officeart/2008/layout/LinedList"/>
    <dgm:cxn modelId="{0275B059-FF22-46A8-9F5E-840B2FA4535F}" type="presOf" srcId="{0E8E8058-0DCC-4C24-8BDF-834724F2B91E}" destId="{83AD2F3B-CFC8-44B1-AA8B-A4E2D6DA0901}" srcOrd="0" destOrd="0" presId="urn:microsoft.com/office/officeart/2008/layout/LinedList"/>
    <dgm:cxn modelId="{FE76EB9B-4FCF-4A75-8719-8EEE85815C2E}" type="presOf" srcId="{7E09899D-48AA-4867-BDC9-E5DAF1DAC9C6}" destId="{610F476F-0410-4CFF-B2FD-68E650FD7EB8}" srcOrd="0" destOrd="0" presId="urn:microsoft.com/office/officeart/2008/layout/LinedList"/>
    <dgm:cxn modelId="{C6108BAF-611A-4BF0-AFB5-AA4B85003E80}" srcId="{06C0C37F-8B67-4353-8B92-E02AF0CFBBCB}" destId="{A7D407E9-2828-418A-9352-07E2C84AE023}" srcOrd="3" destOrd="0" parTransId="{FC1D020B-30AC-42EC-803F-984AB624A859}" sibTransId="{7620D9A0-8018-434F-A333-2A37D6F9CC25}"/>
    <dgm:cxn modelId="{02454EB8-1E54-4D7B-A841-8F08969982A7}" srcId="{06C0C37F-8B67-4353-8B92-E02AF0CFBBCB}" destId="{7E09899D-48AA-4867-BDC9-E5DAF1DAC9C6}" srcOrd="2" destOrd="0" parTransId="{6DE3C7AD-D368-49DA-A8B0-0232488CC859}" sibTransId="{09FE3586-C3C7-4B50-A958-23A9DBAB441C}"/>
    <dgm:cxn modelId="{0A0403D4-C000-46A7-978D-4797CB8C1108}" type="presOf" srcId="{06C0C37F-8B67-4353-8B92-E02AF0CFBBCB}" destId="{B427DB01-CCF1-4E83-A46E-32064EFBC578}" srcOrd="0" destOrd="0" presId="urn:microsoft.com/office/officeart/2008/layout/LinedList"/>
    <dgm:cxn modelId="{B0BFC4E5-5277-46CC-A9F1-EBE1E3FE2EF8}" srcId="{06C0C37F-8B67-4353-8B92-E02AF0CFBBCB}" destId="{0E8E8058-0DCC-4C24-8BDF-834724F2B91E}" srcOrd="4" destOrd="0" parTransId="{85E42733-3913-430B-9A0B-F80A68A9DC2D}" sibTransId="{22BA8764-22D9-4E31-98C1-B18A5DEB189B}"/>
    <dgm:cxn modelId="{901A73E9-D7E0-4442-8066-C1029E094833}" type="presOf" srcId="{2B537E72-1D9F-4393-809B-C431AD8762D8}" destId="{A46AF750-7365-4C88-83BC-28E17E7AC919}" srcOrd="0" destOrd="0" presId="urn:microsoft.com/office/officeart/2008/layout/LinedList"/>
    <dgm:cxn modelId="{9908B5EB-D81B-49D0-BC34-5A4D6E0E287F}" type="presOf" srcId="{3122F537-BFB0-45DB-9F2E-B0DA30AF4266}" destId="{9DECD41D-7C55-4E20-8384-C66B5BAE8270}" srcOrd="0" destOrd="0" presId="urn:microsoft.com/office/officeart/2008/layout/LinedList"/>
    <dgm:cxn modelId="{5441C94D-FFA8-4B48-A7A4-940EA9E30619}" type="presParOf" srcId="{A46AF750-7365-4C88-83BC-28E17E7AC919}" destId="{3F20189A-F50E-4837-ABE3-9C6CB6775CF1}" srcOrd="0" destOrd="0" presId="urn:microsoft.com/office/officeart/2008/layout/LinedList"/>
    <dgm:cxn modelId="{E47E7C20-0C9C-46B7-A7DD-299ECDB797F2}" type="presParOf" srcId="{A46AF750-7365-4C88-83BC-28E17E7AC919}" destId="{EC710165-B626-4B04-8F76-F813C42FA51D}" srcOrd="1" destOrd="0" presId="urn:microsoft.com/office/officeart/2008/layout/LinedList"/>
    <dgm:cxn modelId="{B972BCFC-2233-430E-98F4-5F3A2C3056A3}" type="presParOf" srcId="{EC710165-B626-4B04-8F76-F813C42FA51D}" destId="{B427DB01-CCF1-4E83-A46E-32064EFBC578}" srcOrd="0" destOrd="0" presId="urn:microsoft.com/office/officeart/2008/layout/LinedList"/>
    <dgm:cxn modelId="{C9C4CBBB-1ADE-4C52-BD98-650E6977BF2F}" type="presParOf" srcId="{EC710165-B626-4B04-8F76-F813C42FA51D}" destId="{4836E3FF-9AC2-4DD9-A97C-7CD6E5C2A8F9}" srcOrd="1" destOrd="0" presId="urn:microsoft.com/office/officeart/2008/layout/LinedList"/>
    <dgm:cxn modelId="{6A3802D3-AAFA-4BD6-BA92-B33AF7F0506D}" type="presParOf" srcId="{4836E3FF-9AC2-4DD9-A97C-7CD6E5C2A8F9}" destId="{BDD5E991-4849-4B45-A33F-E5A66718D9FD}" srcOrd="0" destOrd="0" presId="urn:microsoft.com/office/officeart/2008/layout/LinedList"/>
    <dgm:cxn modelId="{15579961-56B3-4D53-87FE-CF671482F63A}" type="presParOf" srcId="{4836E3FF-9AC2-4DD9-A97C-7CD6E5C2A8F9}" destId="{7225340A-AE9C-4EA9-8C55-1B843CC30785}" srcOrd="1" destOrd="0" presId="urn:microsoft.com/office/officeart/2008/layout/LinedList"/>
    <dgm:cxn modelId="{8E183256-025A-4AA4-ACF0-CDBE53A99175}" type="presParOf" srcId="{7225340A-AE9C-4EA9-8C55-1B843CC30785}" destId="{91CB7427-A5D6-44FA-85EE-08EF4FF9132E}" srcOrd="0" destOrd="0" presId="urn:microsoft.com/office/officeart/2008/layout/LinedList"/>
    <dgm:cxn modelId="{1F8160A3-B4BA-4CD3-9962-730466684011}" type="presParOf" srcId="{7225340A-AE9C-4EA9-8C55-1B843CC30785}" destId="{289BE886-0392-4963-95B8-AFB4F635FC59}" srcOrd="1" destOrd="0" presId="urn:microsoft.com/office/officeart/2008/layout/LinedList"/>
    <dgm:cxn modelId="{ECFAEAA9-7E88-47F0-BEC5-D2F0EA33D9BC}" type="presParOf" srcId="{7225340A-AE9C-4EA9-8C55-1B843CC30785}" destId="{54A7DC4D-E90C-4356-9603-C0A28B8821F8}" srcOrd="2" destOrd="0" presId="urn:microsoft.com/office/officeart/2008/layout/LinedList"/>
    <dgm:cxn modelId="{47AF5665-637B-4FF6-9587-708462945A61}" type="presParOf" srcId="{4836E3FF-9AC2-4DD9-A97C-7CD6E5C2A8F9}" destId="{3F205A5D-A037-42C6-AAEA-C8E191AB6A74}" srcOrd="2" destOrd="0" presId="urn:microsoft.com/office/officeart/2008/layout/LinedList"/>
    <dgm:cxn modelId="{D0581DED-3177-4EDA-AB04-FDADF97FE9FA}" type="presParOf" srcId="{4836E3FF-9AC2-4DD9-A97C-7CD6E5C2A8F9}" destId="{EC758657-FB1D-42CC-92DF-89A203B84081}" srcOrd="3" destOrd="0" presId="urn:microsoft.com/office/officeart/2008/layout/LinedList"/>
    <dgm:cxn modelId="{B8D69C4A-2ED6-4ECB-85DA-562B97BEC160}" type="presParOf" srcId="{4836E3FF-9AC2-4DD9-A97C-7CD6E5C2A8F9}" destId="{4A71F651-35AB-474B-98FF-1FA53A794DBE}" srcOrd="4" destOrd="0" presId="urn:microsoft.com/office/officeart/2008/layout/LinedList"/>
    <dgm:cxn modelId="{11B9A4EC-AF84-45AA-87C1-2F791D497AA3}" type="presParOf" srcId="{4A71F651-35AB-474B-98FF-1FA53A794DBE}" destId="{81B2ADFE-5D73-4F5A-A660-B1ED96018399}" srcOrd="0" destOrd="0" presId="urn:microsoft.com/office/officeart/2008/layout/LinedList"/>
    <dgm:cxn modelId="{1EAE31C2-267B-4003-B6EB-9C07E95EB16D}" type="presParOf" srcId="{4A71F651-35AB-474B-98FF-1FA53A794DBE}" destId="{C6038147-BA93-4B8F-B79B-E7190BD41CF1}" srcOrd="1" destOrd="0" presId="urn:microsoft.com/office/officeart/2008/layout/LinedList"/>
    <dgm:cxn modelId="{7DCD1300-A290-47A9-96AA-16914EF10424}" type="presParOf" srcId="{4A71F651-35AB-474B-98FF-1FA53A794DBE}" destId="{B73980A0-D6C8-40EF-8CF4-1CB47EBE0C5B}" srcOrd="2" destOrd="0" presId="urn:microsoft.com/office/officeart/2008/layout/LinedList"/>
    <dgm:cxn modelId="{4496C6DA-FEFB-4212-A95F-B9B9D2F1B59B}" type="presParOf" srcId="{4836E3FF-9AC2-4DD9-A97C-7CD6E5C2A8F9}" destId="{ED5CF4B5-0AF6-47DD-A0A3-972747688865}" srcOrd="5" destOrd="0" presId="urn:microsoft.com/office/officeart/2008/layout/LinedList"/>
    <dgm:cxn modelId="{AFA4D30D-48E1-4C80-972F-9E3DC6BFF131}" type="presParOf" srcId="{4836E3FF-9AC2-4DD9-A97C-7CD6E5C2A8F9}" destId="{DC723979-F8CC-490D-83DE-D059DFCA6173}" srcOrd="6" destOrd="0" presId="urn:microsoft.com/office/officeart/2008/layout/LinedList"/>
    <dgm:cxn modelId="{9F9B80BF-20E7-4B66-929C-E46DEE7DAA43}" type="presParOf" srcId="{4836E3FF-9AC2-4DD9-A97C-7CD6E5C2A8F9}" destId="{56D64DF5-937D-45A2-BD4F-10610E115564}" srcOrd="7" destOrd="0" presId="urn:microsoft.com/office/officeart/2008/layout/LinedList"/>
    <dgm:cxn modelId="{891C6B87-7216-47C3-A44E-B66E467B52AF}" type="presParOf" srcId="{56D64DF5-937D-45A2-BD4F-10610E115564}" destId="{3676769A-88B1-48DD-8876-876C56375F1E}" srcOrd="0" destOrd="0" presId="urn:microsoft.com/office/officeart/2008/layout/LinedList"/>
    <dgm:cxn modelId="{B5630F0C-6A2E-4F30-BF51-6AB65141D114}" type="presParOf" srcId="{56D64DF5-937D-45A2-BD4F-10610E115564}" destId="{610F476F-0410-4CFF-B2FD-68E650FD7EB8}" srcOrd="1" destOrd="0" presId="urn:microsoft.com/office/officeart/2008/layout/LinedList"/>
    <dgm:cxn modelId="{D9654E0E-32B1-47EB-A8D2-C0E54692C35F}" type="presParOf" srcId="{56D64DF5-937D-45A2-BD4F-10610E115564}" destId="{CE0AC6B4-85B5-4FCE-AFB8-7C02DF424494}" srcOrd="2" destOrd="0" presId="urn:microsoft.com/office/officeart/2008/layout/LinedList"/>
    <dgm:cxn modelId="{58917AAA-3544-49AC-B262-DA4DCE92FFB0}" type="presParOf" srcId="{4836E3FF-9AC2-4DD9-A97C-7CD6E5C2A8F9}" destId="{9309A0FC-928F-4895-B08F-364C371AEB68}" srcOrd="8" destOrd="0" presId="urn:microsoft.com/office/officeart/2008/layout/LinedList"/>
    <dgm:cxn modelId="{400DF227-097C-479B-9F15-64C8CF648776}" type="presParOf" srcId="{4836E3FF-9AC2-4DD9-A97C-7CD6E5C2A8F9}" destId="{FFB43671-85DB-4027-A6ED-63B7DB671258}" srcOrd="9" destOrd="0" presId="urn:microsoft.com/office/officeart/2008/layout/LinedList"/>
    <dgm:cxn modelId="{874224F4-7035-4AA3-97AB-D86AD3981EEE}" type="presParOf" srcId="{4836E3FF-9AC2-4DD9-A97C-7CD6E5C2A8F9}" destId="{C5B4BDB6-15CC-4614-9264-5FF6B56F312E}" srcOrd="10" destOrd="0" presId="urn:microsoft.com/office/officeart/2008/layout/LinedList"/>
    <dgm:cxn modelId="{4ADE40FF-141B-4E08-80F9-936ED4377757}" type="presParOf" srcId="{C5B4BDB6-15CC-4614-9264-5FF6B56F312E}" destId="{3E38D917-DD0F-4411-A916-3CF0E5F6824D}" srcOrd="0" destOrd="0" presId="urn:microsoft.com/office/officeart/2008/layout/LinedList"/>
    <dgm:cxn modelId="{0777B74B-3DA4-4986-BC61-5DB23BA79BB5}" type="presParOf" srcId="{C5B4BDB6-15CC-4614-9264-5FF6B56F312E}" destId="{A522258A-0B11-4D8A-9752-BED189516CC8}" srcOrd="1" destOrd="0" presId="urn:microsoft.com/office/officeart/2008/layout/LinedList"/>
    <dgm:cxn modelId="{87241976-E4B0-4416-BFD7-9D174C521FB9}" type="presParOf" srcId="{C5B4BDB6-15CC-4614-9264-5FF6B56F312E}" destId="{44247046-4F88-421C-9EA6-1A78403A465D}" srcOrd="2" destOrd="0" presId="urn:microsoft.com/office/officeart/2008/layout/LinedList"/>
    <dgm:cxn modelId="{10D19A32-1818-444F-B7E1-6E1D5131BF94}" type="presParOf" srcId="{4836E3FF-9AC2-4DD9-A97C-7CD6E5C2A8F9}" destId="{5751F29A-010A-46EB-8E1D-D1375DF13A94}" srcOrd="11" destOrd="0" presId="urn:microsoft.com/office/officeart/2008/layout/LinedList"/>
    <dgm:cxn modelId="{B36F1018-7131-467B-A273-5C635E0F10A6}" type="presParOf" srcId="{4836E3FF-9AC2-4DD9-A97C-7CD6E5C2A8F9}" destId="{47C7271E-6728-41C2-BCA2-FFF7DA6BCDB5}" srcOrd="12" destOrd="0" presId="urn:microsoft.com/office/officeart/2008/layout/LinedList"/>
    <dgm:cxn modelId="{A2DDDA6C-F1AF-4B3C-A510-3503501C6BDD}" type="presParOf" srcId="{4836E3FF-9AC2-4DD9-A97C-7CD6E5C2A8F9}" destId="{702979F8-2BF1-4AA2-8589-A97BD6B4ACCF}" srcOrd="13" destOrd="0" presId="urn:microsoft.com/office/officeart/2008/layout/LinedList"/>
    <dgm:cxn modelId="{17D54014-35FA-44AF-8BF8-B6DDC95A72EB}" type="presParOf" srcId="{702979F8-2BF1-4AA2-8589-A97BD6B4ACCF}" destId="{F28C0B3C-3880-4A90-ADEB-7901405E8235}" srcOrd="0" destOrd="0" presId="urn:microsoft.com/office/officeart/2008/layout/LinedList"/>
    <dgm:cxn modelId="{BA51C496-A9B9-4D92-8038-0876B75B1B67}" type="presParOf" srcId="{702979F8-2BF1-4AA2-8589-A97BD6B4ACCF}" destId="{83AD2F3B-CFC8-44B1-AA8B-A4E2D6DA0901}" srcOrd="1" destOrd="0" presId="urn:microsoft.com/office/officeart/2008/layout/LinedList"/>
    <dgm:cxn modelId="{FFF19968-073C-406D-B227-D5D93D0992D8}" type="presParOf" srcId="{702979F8-2BF1-4AA2-8589-A97BD6B4ACCF}" destId="{41A3ECEA-A825-422C-8F99-25B60A453A21}" srcOrd="2" destOrd="0" presId="urn:microsoft.com/office/officeart/2008/layout/LinedList"/>
    <dgm:cxn modelId="{63161C6F-630F-4E77-9D35-285DC69F0176}" type="presParOf" srcId="{4836E3FF-9AC2-4DD9-A97C-7CD6E5C2A8F9}" destId="{2407821B-53A1-4048-A13F-23EAD885A0ED}" srcOrd="14" destOrd="0" presId="urn:microsoft.com/office/officeart/2008/layout/LinedList"/>
    <dgm:cxn modelId="{9AE6577C-22F8-4BF3-B465-C2B3E606AF66}" type="presParOf" srcId="{4836E3FF-9AC2-4DD9-A97C-7CD6E5C2A8F9}" destId="{5B23E686-7B59-4B1D-8F71-5D494A5DE24D}" srcOrd="15" destOrd="0" presId="urn:microsoft.com/office/officeart/2008/layout/LinedList"/>
    <dgm:cxn modelId="{40CE9AC0-E9D5-4DDB-9C51-81BAC6E2A64B}" type="presParOf" srcId="{4836E3FF-9AC2-4DD9-A97C-7CD6E5C2A8F9}" destId="{98DD6F0F-D973-42E8-A49D-8A91AE3896DA}" srcOrd="16" destOrd="0" presId="urn:microsoft.com/office/officeart/2008/layout/LinedList"/>
    <dgm:cxn modelId="{3ACA2291-00A0-4707-B8BD-8A87B6F3D1F4}" type="presParOf" srcId="{98DD6F0F-D973-42E8-A49D-8A91AE3896DA}" destId="{6C3E281B-B204-48ED-A50A-E597D8EDE5CB}" srcOrd="0" destOrd="0" presId="urn:microsoft.com/office/officeart/2008/layout/LinedList"/>
    <dgm:cxn modelId="{A4372B50-3E53-495B-9D96-C26D96C0F782}" type="presParOf" srcId="{98DD6F0F-D973-42E8-A49D-8A91AE3896DA}" destId="{9DECD41D-7C55-4E20-8384-C66B5BAE8270}" srcOrd="1" destOrd="0" presId="urn:microsoft.com/office/officeart/2008/layout/LinedList"/>
    <dgm:cxn modelId="{75EFC39C-5F38-497F-9193-2F9E15737562}" type="presParOf" srcId="{98DD6F0F-D973-42E8-A49D-8A91AE3896DA}" destId="{959C2799-62DE-43AE-AC47-0ECD6199906F}" srcOrd="2" destOrd="0" presId="urn:microsoft.com/office/officeart/2008/layout/LinedList"/>
    <dgm:cxn modelId="{08C2A827-6172-422F-BD8C-0367A2E3C7FF}" type="presParOf" srcId="{4836E3FF-9AC2-4DD9-A97C-7CD6E5C2A8F9}" destId="{5FB31AD7-45E6-455F-A4A5-69044B4D9AC7}" srcOrd="17" destOrd="0" presId="urn:microsoft.com/office/officeart/2008/layout/LinedList"/>
    <dgm:cxn modelId="{3541640F-9BE3-4360-9B52-1342209C7CF7}" type="presParOf" srcId="{4836E3FF-9AC2-4DD9-A97C-7CD6E5C2A8F9}" destId="{2BA3259F-3756-409E-95F5-F98C4553BD7D}" srcOrd="18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B537E72-1D9F-4393-809B-C431AD8762D8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pPr latinLnBrk="1"/>
          <a:endParaRPr lang="ko-KR" altLang="en-US"/>
        </a:p>
      </dgm:t>
    </dgm:pt>
    <dgm:pt modelId="{2CCB2A8C-5857-4F68-9C1D-5192E03A993B}">
      <dgm:prSet phldrT="[텍스트]" custT="1"/>
      <dgm:spPr/>
      <dgm:t>
        <a:bodyPr/>
        <a:lstStyle/>
        <a:p>
          <a:pPr latinLnBrk="1"/>
          <a:r>
            <a:rPr lang="ko-KR" altLang="en-US" sz="1800" b="1" dirty="0"/>
            <a:t>자기인식</a:t>
          </a:r>
          <a:r>
            <a:rPr lang="ko-KR" altLang="en-US" sz="1800" dirty="0"/>
            <a:t> </a:t>
          </a:r>
          <a:r>
            <a:rPr lang="en-US" altLang="ko-KR" sz="1800" dirty="0"/>
            <a:t>: </a:t>
          </a:r>
          <a:r>
            <a:rPr lang="ko-KR" altLang="en-US" sz="1800" dirty="0"/>
            <a:t>감정</a:t>
          </a:r>
          <a:r>
            <a:rPr lang="en-US" altLang="ko-KR" sz="1800" dirty="0"/>
            <a:t>, </a:t>
          </a:r>
          <a:r>
            <a:rPr lang="ko-KR" altLang="en-US" sz="1800" dirty="0"/>
            <a:t>사고 탐색</a:t>
          </a:r>
        </a:p>
      </dgm:t>
    </dgm:pt>
    <dgm:pt modelId="{41B44F7C-1CC3-4D35-A9C5-3499FA5AA018}" type="parTrans" cxnId="{F062E94E-C788-4A46-9800-A959B123258F}">
      <dgm:prSet/>
      <dgm:spPr/>
      <dgm:t>
        <a:bodyPr/>
        <a:lstStyle/>
        <a:p>
          <a:pPr latinLnBrk="1"/>
          <a:endParaRPr lang="ko-KR" altLang="en-US" sz="600"/>
        </a:p>
      </dgm:t>
    </dgm:pt>
    <dgm:pt modelId="{F19A2E7A-2E8B-48E9-BB95-203E5D5BE349}" type="sibTrans" cxnId="{F062E94E-C788-4A46-9800-A959B123258F}">
      <dgm:prSet/>
      <dgm:spPr/>
      <dgm:t>
        <a:bodyPr/>
        <a:lstStyle/>
        <a:p>
          <a:pPr latinLnBrk="1"/>
          <a:endParaRPr lang="ko-KR" altLang="en-US" sz="600"/>
        </a:p>
      </dgm:t>
    </dgm:pt>
    <dgm:pt modelId="{AED35985-5A73-473B-A6EF-7E0880E3CE26}">
      <dgm:prSet phldrT="[텍스트]" custT="1"/>
      <dgm:spPr/>
      <dgm:t>
        <a:bodyPr/>
        <a:lstStyle/>
        <a:p>
          <a:pPr latinLnBrk="1"/>
          <a:r>
            <a:rPr lang="ko-KR" altLang="en-US" sz="1800" b="1" dirty="0"/>
            <a:t>대인관계</a:t>
          </a:r>
          <a:r>
            <a:rPr lang="ko-KR" altLang="en-US" sz="1800" dirty="0"/>
            <a:t> </a:t>
          </a:r>
          <a:r>
            <a:rPr lang="en-US" altLang="ko-KR" sz="1800" dirty="0"/>
            <a:t>: </a:t>
          </a:r>
          <a:r>
            <a:rPr lang="ko-KR" altLang="en-US" sz="1800" dirty="0"/>
            <a:t>관계</a:t>
          </a:r>
          <a:r>
            <a:rPr lang="en-US" altLang="ko-KR" sz="1800" dirty="0"/>
            <a:t>, </a:t>
          </a:r>
          <a:r>
            <a:rPr lang="ko-KR" altLang="en-US" sz="1800" dirty="0"/>
            <a:t>소통</a:t>
          </a:r>
        </a:p>
      </dgm:t>
    </dgm:pt>
    <dgm:pt modelId="{E530FBE8-3157-49DD-BDD5-512D959D64B2}" type="parTrans" cxnId="{50B4FD07-F07C-43F9-B4BE-B8057E960A8E}">
      <dgm:prSet/>
      <dgm:spPr/>
      <dgm:t>
        <a:bodyPr/>
        <a:lstStyle/>
        <a:p>
          <a:pPr latinLnBrk="1"/>
          <a:endParaRPr lang="ko-KR" altLang="en-US" sz="600"/>
        </a:p>
      </dgm:t>
    </dgm:pt>
    <dgm:pt modelId="{FD1E2DBC-254E-457D-9144-46B720229525}" type="sibTrans" cxnId="{50B4FD07-F07C-43F9-B4BE-B8057E960A8E}">
      <dgm:prSet/>
      <dgm:spPr/>
      <dgm:t>
        <a:bodyPr/>
        <a:lstStyle/>
        <a:p>
          <a:pPr latinLnBrk="1"/>
          <a:endParaRPr lang="ko-KR" altLang="en-US" sz="600"/>
        </a:p>
      </dgm:t>
    </dgm:pt>
    <dgm:pt modelId="{A7D407E9-2828-418A-9352-07E2C84AE023}">
      <dgm:prSet phldrT="[텍스트]" custT="1"/>
      <dgm:spPr/>
      <dgm:t>
        <a:bodyPr/>
        <a:lstStyle/>
        <a:p>
          <a:pPr latinLnBrk="1"/>
          <a:r>
            <a:rPr lang="ko-KR" altLang="en-US" sz="1800" b="1" dirty="0"/>
            <a:t>긍정습관</a:t>
          </a:r>
          <a:r>
            <a:rPr lang="ko-KR" altLang="en-US" sz="1800" dirty="0"/>
            <a:t> </a:t>
          </a:r>
          <a:r>
            <a:rPr lang="en-US" altLang="ko-KR" sz="1800" dirty="0"/>
            <a:t>: </a:t>
          </a:r>
          <a:r>
            <a:rPr lang="ko-KR" altLang="en-US" sz="1800" dirty="0"/>
            <a:t>일상 루틴</a:t>
          </a:r>
          <a:r>
            <a:rPr lang="en-US" altLang="ko-KR" sz="1800" dirty="0"/>
            <a:t>, </a:t>
          </a:r>
          <a:r>
            <a:rPr lang="ko-KR" altLang="en-US" sz="1800" dirty="0"/>
            <a:t>행동</a:t>
          </a:r>
        </a:p>
      </dgm:t>
    </dgm:pt>
    <dgm:pt modelId="{FC1D020B-30AC-42EC-803F-984AB624A859}" type="parTrans" cxnId="{C6108BAF-611A-4BF0-AFB5-AA4B85003E80}">
      <dgm:prSet/>
      <dgm:spPr/>
      <dgm:t>
        <a:bodyPr/>
        <a:lstStyle/>
        <a:p>
          <a:pPr latinLnBrk="1"/>
          <a:endParaRPr lang="ko-KR" altLang="en-US"/>
        </a:p>
      </dgm:t>
    </dgm:pt>
    <dgm:pt modelId="{7620D9A0-8018-434F-A333-2A37D6F9CC25}" type="sibTrans" cxnId="{C6108BAF-611A-4BF0-AFB5-AA4B85003E80}">
      <dgm:prSet/>
      <dgm:spPr/>
      <dgm:t>
        <a:bodyPr/>
        <a:lstStyle/>
        <a:p>
          <a:pPr latinLnBrk="1"/>
          <a:endParaRPr lang="ko-KR" altLang="en-US"/>
        </a:p>
      </dgm:t>
    </dgm:pt>
    <dgm:pt modelId="{7E09899D-48AA-4867-BDC9-E5DAF1DAC9C6}">
      <dgm:prSet phldrT="[텍스트]" custT="1"/>
      <dgm:spPr/>
      <dgm:t>
        <a:bodyPr/>
        <a:lstStyle/>
        <a:p>
          <a:pPr latinLnBrk="1"/>
          <a:r>
            <a:rPr lang="ko-KR" altLang="en-US" sz="1800" b="1" dirty="0"/>
            <a:t>회복력 </a:t>
          </a:r>
          <a:r>
            <a:rPr lang="en-US" altLang="ko-KR" sz="1800" dirty="0"/>
            <a:t>: </a:t>
          </a:r>
          <a:r>
            <a:rPr lang="ko-KR" altLang="en-US" sz="1800" dirty="0"/>
            <a:t>역경 극복</a:t>
          </a:r>
        </a:p>
      </dgm:t>
    </dgm:pt>
    <dgm:pt modelId="{6DE3C7AD-D368-49DA-A8B0-0232488CC859}" type="parTrans" cxnId="{02454EB8-1E54-4D7B-A841-8F08969982A7}">
      <dgm:prSet/>
      <dgm:spPr/>
      <dgm:t>
        <a:bodyPr/>
        <a:lstStyle/>
        <a:p>
          <a:pPr latinLnBrk="1"/>
          <a:endParaRPr lang="ko-KR" altLang="en-US"/>
        </a:p>
      </dgm:t>
    </dgm:pt>
    <dgm:pt modelId="{09FE3586-C3C7-4B50-A958-23A9DBAB441C}" type="sibTrans" cxnId="{02454EB8-1E54-4D7B-A841-8F08969982A7}">
      <dgm:prSet/>
      <dgm:spPr/>
      <dgm:t>
        <a:bodyPr/>
        <a:lstStyle/>
        <a:p>
          <a:pPr latinLnBrk="1"/>
          <a:endParaRPr lang="ko-KR" altLang="en-US"/>
        </a:p>
      </dgm:t>
    </dgm:pt>
    <dgm:pt modelId="{0E8E8058-0DCC-4C24-8BDF-834724F2B91E}">
      <dgm:prSet phldrT="[텍스트]" custT="1"/>
      <dgm:spPr/>
      <dgm:t>
        <a:bodyPr/>
        <a:lstStyle/>
        <a:p>
          <a:pPr latinLnBrk="1"/>
          <a:r>
            <a:rPr lang="ko-KR" altLang="en-US" sz="1800" b="1" dirty="0"/>
            <a:t>인지기능</a:t>
          </a:r>
          <a:r>
            <a:rPr lang="ko-KR" altLang="en-US" sz="1800" dirty="0"/>
            <a:t> </a:t>
          </a:r>
          <a:r>
            <a:rPr lang="en-US" altLang="ko-KR" sz="1800" dirty="0"/>
            <a:t>: </a:t>
          </a:r>
          <a:r>
            <a:rPr lang="ko-KR" altLang="en-US" sz="1800" dirty="0"/>
            <a:t>기억력</a:t>
          </a:r>
          <a:r>
            <a:rPr lang="en-US" altLang="ko-KR" sz="1800" dirty="0"/>
            <a:t>, </a:t>
          </a:r>
          <a:r>
            <a:rPr lang="ko-KR" altLang="en-US" sz="1800" dirty="0"/>
            <a:t>집중력</a:t>
          </a:r>
        </a:p>
      </dgm:t>
    </dgm:pt>
    <dgm:pt modelId="{85E42733-3913-430B-9A0B-F80A68A9DC2D}" type="parTrans" cxnId="{B0BFC4E5-5277-46CC-A9F1-EBE1E3FE2EF8}">
      <dgm:prSet/>
      <dgm:spPr/>
      <dgm:t>
        <a:bodyPr/>
        <a:lstStyle/>
        <a:p>
          <a:pPr latinLnBrk="1"/>
          <a:endParaRPr lang="ko-KR" altLang="en-US"/>
        </a:p>
      </dgm:t>
    </dgm:pt>
    <dgm:pt modelId="{22BA8764-22D9-4E31-98C1-B18A5DEB189B}" type="sibTrans" cxnId="{B0BFC4E5-5277-46CC-A9F1-EBE1E3FE2EF8}">
      <dgm:prSet/>
      <dgm:spPr/>
      <dgm:t>
        <a:bodyPr/>
        <a:lstStyle/>
        <a:p>
          <a:pPr latinLnBrk="1"/>
          <a:endParaRPr lang="ko-KR" altLang="en-US"/>
        </a:p>
      </dgm:t>
    </dgm:pt>
    <dgm:pt modelId="{3122F537-BFB0-45DB-9F2E-B0DA30AF4266}">
      <dgm:prSet phldrT="[텍스트]" custT="1"/>
      <dgm:spPr/>
      <dgm:t>
        <a:bodyPr/>
        <a:lstStyle/>
        <a:p>
          <a:pPr latinLnBrk="1"/>
          <a:r>
            <a:rPr lang="ko-KR" altLang="en-US" sz="1800" b="1" dirty="0"/>
            <a:t>마음 챙김</a:t>
          </a:r>
          <a:r>
            <a:rPr lang="ko-KR" altLang="en-US" sz="1800" dirty="0"/>
            <a:t> </a:t>
          </a:r>
          <a:r>
            <a:rPr lang="en-US" altLang="ko-KR" sz="1800" dirty="0"/>
            <a:t>: </a:t>
          </a:r>
          <a:r>
            <a:rPr lang="ko-KR" altLang="en-US" sz="1800" dirty="0"/>
            <a:t>명상</a:t>
          </a:r>
          <a:r>
            <a:rPr lang="en-US" altLang="ko-KR" sz="1800" dirty="0"/>
            <a:t>, </a:t>
          </a:r>
          <a:r>
            <a:rPr lang="ko-KR" altLang="en-US" sz="1800" dirty="0"/>
            <a:t>호흡</a:t>
          </a:r>
        </a:p>
      </dgm:t>
    </dgm:pt>
    <dgm:pt modelId="{3CBAB694-DB25-4A39-BE35-04F5FC86CB5C}" type="parTrans" cxnId="{2BCE0123-7C10-4510-9945-302E42E23AA1}">
      <dgm:prSet/>
      <dgm:spPr/>
      <dgm:t>
        <a:bodyPr/>
        <a:lstStyle/>
        <a:p>
          <a:pPr latinLnBrk="1"/>
          <a:endParaRPr lang="ko-KR" altLang="en-US"/>
        </a:p>
      </dgm:t>
    </dgm:pt>
    <dgm:pt modelId="{3A848AED-C4BB-4944-9CF0-6109113BB038}" type="sibTrans" cxnId="{2BCE0123-7C10-4510-9945-302E42E23AA1}">
      <dgm:prSet/>
      <dgm:spPr/>
      <dgm:t>
        <a:bodyPr/>
        <a:lstStyle/>
        <a:p>
          <a:pPr latinLnBrk="1"/>
          <a:endParaRPr lang="ko-KR" altLang="en-US"/>
        </a:p>
      </dgm:t>
    </dgm:pt>
    <dgm:pt modelId="{06C0C37F-8B67-4353-8B92-E02AF0CFBBCB}">
      <dgm:prSet phldrT="[텍스트]" custT="1"/>
      <dgm:spPr/>
      <dgm:t>
        <a:bodyPr/>
        <a:lstStyle/>
        <a:p>
          <a:pPr latinLnBrk="1"/>
          <a:endParaRPr lang="ko-KR" altLang="en-US" sz="1600" dirty="0"/>
        </a:p>
      </dgm:t>
    </dgm:pt>
    <dgm:pt modelId="{CA515703-E361-4541-9524-B1B77A91E516}" type="parTrans" cxnId="{BEDD5407-99E8-4C5C-A287-5A124733DD5A}">
      <dgm:prSet/>
      <dgm:spPr/>
      <dgm:t>
        <a:bodyPr/>
        <a:lstStyle/>
        <a:p>
          <a:pPr latinLnBrk="1"/>
          <a:endParaRPr lang="ko-KR" altLang="en-US"/>
        </a:p>
      </dgm:t>
    </dgm:pt>
    <dgm:pt modelId="{D162D56B-12C1-498C-9E79-D519C817DE3E}" type="sibTrans" cxnId="{BEDD5407-99E8-4C5C-A287-5A124733DD5A}">
      <dgm:prSet/>
      <dgm:spPr/>
      <dgm:t>
        <a:bodyPr/>
        <a:lstStyle/>
        <a:p>
          <a:pPr latinLnBrk="1"/>
          <a:endParaRPr lang="ko-KR" altLang="en-US"/>
        </a:p>
      </dgm:t>
    </dgm:pt>
    <dgm:pt modelId="{A46AF750-7365-4C88-83BC-28E17E7AC919}" type="pres">
      <dgm:prSet presAssocID="{2B537E72-1D9F-4393-809B-C431AD8762D8}" presName="vert0" presStyleCnt="0">
        <dgm:presLayoutVars>
          <dgm:dir/>
          <dgm:animOne val="branch"/>
          <dgm:animLvl val="lvl"/>
        </dgm:presLayoutVars>
      </dgm:prSet>
      <dgm:spPr/>
    </dgm:pt>
    <dgm:pt modelId="{3F20189A-F50E-4837-ABE3-9C6CB6775CF1}" type="pres">
      <dgm:prSet presAssocID="{06C0C37F-8B67-4353-8B92-E02AF0CFBBCB}" presName="thickLine" presStyleLbl="alignNode1" presStyleIdx="0" presStyleCnt="1"/>
      <dgm:spPr/>
    </dgm:pt>
    <dgm:pt modelId="{EC710165-B626-4B04-8F76-F813C42FA51D}" type="pres">
      <dgm:prSet presAssocID="{06C0C37F-8B67-4353-8B92-E02AF0CFBBCB}" presName="horz1" presStyleCnt="0"/>
      <dgm:spPr/>
    </dgm:pt>
    <dgm:pt modelId="{B427DB01-CCF1-4E83-A46E-32064EFBC578}" type="pres">
      <dgm:prSet presAssocID="{06C0C37F-8B67-4353-8B92-E02AF0CFBBCB}" presName="tx1" presStyleLbl="revTx" presStyleIdx="0" presStyleCnt="7"/>
      <dgm:spPr/>
    </dgm:pt>
    <dgm:pt modelId="{4836E3FF-9AC2-4DD9-A97C-7CD6E5C2A8F9}" type="pres">
      <dgm:prSet presAssocID="{06C0C37F-8B67-4353-8B92-E02AF0CFBBCB}" presName="vert1" presStyleCnt="0"/>
      <dgm:spPr/>
    </dgm:pt>
    <dgm:pt modelId="{BDD5E991-4849-4B45-A33F-E5A66718D9FD}" type="pres">
      <dgm:prSet presAssocID="{2CCB2A8C-5857-4F68-9C1D-5192E03A993B}" presName="vertSpace2a" presStyleCnt="0"/>
      <dgm:spPr/>
    </dgm:pt>
    <dgm:pt modelId="{7225340A-AE9C-4EA9-8C55-1B843CC30785}" type="pres">
      <dgm:prSet presAssocID="{2CCB2A8C-5857-4F68-9C1D-5192E03A993B}" presName="horz2" presStyleCnt="0"/>
      <dgm:spPr/>
    </dgm:pt>
    <dgm:pt modelId="{91CB7427-A5D6-44FA-85EE-08EF4FF9132E}" type="pres">
      <dgm:prSet presAssocID="{2CCB2A8C-5857-4F68-9C1D-5192E03A993B}" presName="horzSpace2" presStyleCnt="0"/>
      <dgm:spPr/>
    </dgm:pt>
    <dgm:pt modelId="{289BE886-0392-4963-95B8-AFB4F635FC59}" type="pres">
      <dgm:prSet presAssocID="{2CCB2A8C-5857-4F68-9C1D-5192E03A993B}" presName="tx2" presStyleLbl="revTx" presStyleIdx="1" presStyleCnt="7"/>
      <dgm:spPr/>
    </dgm:pt>
    <dgm:pt modelId="{54A7DC4D-E90C-4356-9603-C0A28B8821F8}" type="pres">
      <dgm:prSet presAssocID="{2CCB2A8C-5857-4F68-9C1D-5192E03A993B}" presName="vert2" presStyleCnt="0"/>
      <dgm:spPr/>
    </dgm:pt>
    <dgm:pt modelId="{3F205A5D-A037-42C6-AAEA-C8E191AB6A74}" type="pres">
      <dgm:prSet presAssocID="{2CCB2A8C-5857-4F68-9C1D-5192E03A993B}" presName="thinLine2b" presStyleLbl="callout" presStyleIdx="0" presStyleCnt="6"/>
      <dgm:spPr/>
    </dgm:pt>
    <dgm:pt modelId="{EC758657-FB1D-42CC-92DF-89A203B84081}" type="pres">
      <dgm:prSet presAssocID="{2CCB2A8C-5857-4F68-9C1D-5192E03A993B}" presName="vertSpace2b" presStyleCnt="0"/>
      <dgm:spPr/>
    </dgm:pt>
    <dgm:pt modelId="{4A71F651-35AB-474B-98FF-1FA53A794DBE}" type="pres">
      <dgm:prSet presAssocID="{AED35985-5A73-473B-A6EF-7E0880E3CE26}" presName="horz2" presStyleCnt="0"/>
      <dgm:spPr/>
    </dgm:pt>
    <dgm:pt modelId="{81B2ADFE-5D73-4F5A-A660-B1ED96018399}" type="pres">
      <dgm:prSet presAssocID="{AED35985-5A73-473B-A6EF-7E0880E3CE26}" presName="horzSpace2" presStyleCnt="0"/>
      <dgm:spPr/>
    </dgm:pt>
    <dgm:pt modelId="{C6038147-BA93-4B8F-B79B-E7190BD41CF1}" type="pres">
      <dgm:prSet presAssocID="{AED35985-5A73-473B-A6EF-7E0880E3CE26}" presName="tx2" presStyleLbl="revTx" presStyleIdx="2" presStyleCnt="7"/>
      <dgm:spPr/>
    </dgm:pt>
    <dgm:pt modelId="{B73980A0-D6C8-40EF-8CF4-1CB47EBE0C5B}" type="pres">
      <dgm:prSet presAssocID="{AED35985-5A73-473B-A6EF-7E0880E3CE26}" presName="vert2" presStyleCnt="0"/>
      <dgm:spPr/>
    </dgm:pt>
    <dgm:pt modelId="{ED5CF4B5-0AF6-47DD-A0A3-972747688865}" type="pres">
      <dgm:prSet presAssocID="{AED35985-5A73-473B-A6EF-7E0880E3CE26}" presName="thinLine2b" presStyleLbl="callout" presStyleIdx="1" presStyleCnt="6"/>
      <dgm:spPr/>
    </dgm:pt>
    <dgm:pt modelId="{DC723979-F8CC-490D-83DE-D059DFCA6173}" type="pres">
      <dgm:prSet presAssocID="{AED35985-5A73-473B-A6EF-7E0880E3CE26}" presName="vertSpace2b" presStyleCnt="0"/>
      <dgm:spPr/>
    </dgm:pt>
    <dgm:pt modelId="{56D64DF5-937D-45A2-BD4F-10610E115564}" type="pres">
      <dgm:prSet presAssocID="{7E09899D-48AA-4867-BDC9-E5DAF1DAC9C6}" presName="horz2" presStyleCnt="0"/>
      <dgm:spPr/>
    </dgm:pt>
    <dgm:pt modelId="{3676769A-88B1-48DD-8876-876C56375F1E}" type="pres">
      <dgm:prSet presAssocID="{7E09899D-48AA-4867-BDC9-E5DAF1DAC9C6}" presName="horzSpace2" presStyleCnt="0"/>
      <dgm:spPr/>
    </dgm:pt>
    <dgm:pt modelId="{610F476F-0410-4CFF-B2FD-68E650FD7EB8}" type="pres">
      <dgm:prSet presAssocID="{7E09899D-48AA-4867-BDC9-E5DAF1DAC9C6}" presName="tx2" presStyleLbl="revTx" presStyleIdx="3" presStyleCnt="7"/>
      <dgm:spPr/>
    </dgm:pt>
    <dgm:pt modelId="{CE0AC6B4-85B5-4FCE-AFB8-7C02DF424494}" type="pres">
      <dgm:prSet presAssocID="{7E09899D-48AA-4867-BDC9-E5DAF1DAC9C6}" presName="vert2" presStyleCnt="0"/>
      <dgm:spPr/>
    </dgm:pt>
    <dgm:pt modelId="{9309A0FC-928F-4895-B08F-364C371AEB68}" type="pres">
      <dgm:prSet presAssocID="{7E09899D-48AA-4867-BDC9-E5DAF1DAC9C6}" presName="thinLine2b" presStyleLbl="callout" presStyleIdx="2" presStyleCnt="6"/>
      <dgm:spPr/>
    </dgm:pt>
    <dgm:pt modelId="{FFB43671-85DB-4027-A6ED-63B7DB671258}" type="pres">
      <dgm:prSet presAssocID="{7E09899D-48AA-4867-BDC9-E5DAF1DAC9C6}" presName="vertSpace2b" presStyleCnt="0"/>
      <dgm:spPr/>
    </dgm:pt>
    <dgm:pt modelId="{C5B4BDB6-15CC-4614-9264-5FF6B56F312E}" type="pres">
      <dgm:prSet presAssocID="{A7D407E9-2828-418A-9352-07E2C84AE023}" presName="horz2" presStyleCnt="0"/>
      <dgm:spPr/>
    </dgm:pt>
    <dgm:pt modelId="{3E38D917-DD0F-4411-A916-3CF0E5F6824D}" type="pres">
      <dgm:prSet presAssocID="{A7D407E9-2828-418A-9352-07E2C84AE023}" presName="horzSpace2" presStyleCnt="0"/>
      <dgm:spPr/>
    </dgm:pt>
    <dgm:pt modelId="{A522258A-0B11-4D8A-9752-BED189516CC8}" type="pres">
      <dgm:prSet presAssocID="{A7D407E9-2828-418A-9352-07E2C84AE023}" presName="tx2" presStyleLbl="revTx" presStyleIdx="4" presStyleCnt="7"/>
      <dgm:spPr/>
    </dgm:pt>
    <dgm:pt modelId="{44247046-4F88-421C-9EA6-1A78403A465D}" type="pres">
      <dgm:prSet presAssocID="{A7D407E9-2828-418A-9352-07E2C84AE023}" presName="vert2" presStyleCnt="0"/>
      <dgm:spPr/>
    </dgm:pt>
    <dgm:pt modelId="{5751F29A-010A-46EB-8E1D-D1375DF13A94}" type="pres">
      <dgm:prSet presAssocID="{A7D407E9-2828-418A-9352-07E2C84AE023}" presName="thinLine2b" presStyleLbl="callout" presStyleIdx="3" presStyleCnt="6"/>
      <dgm:spPr/>
    </dgm:pt>
    <dgm:pt modelId="{47C7271E-6728-41C2-BCA2-FFF7DA6BCDB5}" type="pres">
      <dgm:prSet presAssocID="{A7D407E9-2828-418A-9352-07E2C84AE023}" presName="vertSpace2b" presStyleCnt="0"/>
      <dgm:spPr/>
    </dgm:pt>
    <dgm:pt modelId="{702979F8-2BF1-4AA2-8589-A97BD6B4ACCF}" type="pres">
      <dgm:prSet presAssocID="{0E8E8058-0DCC-4C24-8BDF-834724F2B91E}" presName="horz2" presStyleCnt="0"/>
      <dgm:spPr/>
    </dgm:pt>
    <dgm:pt modelId="{F28C0B3C-3880-4A90-ADEB-7901405E8235}" type="pres">
      <dgm:prSet presAssocID="{0E8E8058-0DCC-4C24-8BDF-834724F2B91E}" presName="horzSpace2" presStyleCnt="0"/>
      <dgm:spPr/>
    </dgm:pt>
    <dgm:pt modelId="{83AD2F3B-CFC8-44B1-AA8B-A4E2D6DA0901}" type="pres">
      <dgm:prSet presAssocID="{0E8E8058-0DCC-4C24-8BDF-834724F2B91E}" presName="tx2" presStyleLbl="revTx" presStyleIdx="5" presStyleCnt="7"/>
      <dgm:spPr/>
    </dgm:pt>
    <dgm:pt modelId="{41A3ECEA-A825-422C-8F99-25B60A453A21}" type="pres">
      <dgm:prSet presAssocID="{0E8E8058-0DCC-4C24-8BDF-834724F2B91E}" presName="vert2" presStyleCnt="0"/>
      <dgm:spPr/>
    </dgm:pt>
    <dgm:pt modelId="{2407821B-53A1-4048-A13F-23EAD885A0ED}" type="pres">
      <dgm:prSet presAssocID="{0E8E8058-0DCC-4C24-8BDF-834724F2B91E}" presName="thinLine2b" presStyleLbl="callout" presStyleIdx="4" presStyleCnt="6"/>
      <dgm:spPr/>
    </dgm:pt>
    <dgm:pt modelId="{5B23E686-7B59-4B1D-8F71-5D494A5DE24D}" type="pres">
      <dgm:prSet presAssocID="{0E8E8058-0DCC-4C24-8BDF-834724F2B91E}" presName="vertSpace2b" presStyleCnt="0"/>
      <dgm:spPr/>
    </dgm:pt>
    <dgm:pt modelId="{98DD6F0F-D973-42E8-A49D-8A91AE3896DA}" type="pres">
      <dgm:prSet presAssocID="{3122F537-BFB0-45DB-9F2E-B0DA30AF4266}" presName="horz2" presStyleCnt="0"/>
      <dgm:spPr/>
    </dgm:pt>
    <dgm:pt modelId="{6C3E281B-B204-48ED-A50A-E597D8EDE5CB}" type="pres">
      <dgm:prSet presAssocID="{3122F537-BFB0-45DB-9F2E-B0DA30AF4266}" presName="horzSpace2" presStyleCnt="0"/>
      <dgm:spPr/>
    </dgm:pt>
    <dgm:pt modelId="{9DECD41D-7C55-4E20-8384-C66B5BAE8270}" type="pres">
      <dgm:prSet presAssocID="{3122F537-BFB0-45DB-9F2E-B0DA30AF4266}" presName="tx2" presStyleLbl="revTx" presStyleIdx="6" presStyleCnt="7"/>
      <dgm:spPr/>
    </dgm:pt>
    <dgm:pt modelId="{959C2799-62DE-43AE-AC47-0ECD6199906F}" type="pres">
      <dgm:prSet presAssocID="{3122F537-BFB0-45DB-9F2E-B0DA30AF4266}" presName="vert2" presStyleCnt="0"/>
      <dgm:spPr/>
    </dgm:pt>
    <dgm:pt modelId="{5FB31AD7-45E6-455F-A4A5-69044B4D9AC7}" type="pres">
      <dgm:prSet presAssocID="{3122F537-BFB0-45DB-9F2E-B0DA30AF4266}" presName="thinLine2b" presStyleLbl="callout" presStyleIdx="5" presStyleCnt="6"/>
      <dgm:spPr/>
    </dgm:pt>
    <dgm:pt modelId="{2BA3259F-3756-409E-95F5-F98C4553BD7D}" type="pres">
      <dgm:prSet presAssocID="{3122F537-BFB0-45DB-9F2E-B0DA30AF4266}" presName="vertSpace2b" presStyleCnt="0"/>
      <dgm:spPr/>
    </dgm:pt>
  </dgm:ptLst>
  <dgm:cxnLst>
    <dgm:cxn modelId="{BEDD5407-99E8-4C5C-A287-5A124733DD5A}" srcId="{2B537E72-1D9F-4393-809B-C431AD8762D8}" destId="{06C0C37F-8B67-4353-8B92-E02AF0CFBBCB}" srcOrd="0" destOrd="0" parTransId="{CA515703-E361-4541-9524-B1B77A91E516}" sibTransId="{D162D56B-12C1-498C-9E79-D519C817DE3E}"/>
    <dgm:cxn modelId="{50B4FD07-F07C-43F9-B4BE-B8057E960A8E}" srcId="{06C0C37F-8B67-4353-8B92-E02AF0CFBBCB}" destId="{AED35985-5A73-473B-A6EF-7E0880E3CE26}" srcOrd="1" destOrd="0" parTransId="{E530FBE8-3157-49DD-BDD5-512D959D64B2}" sibTransId="{FD1E2DBC-254E-457D-9144-46B720229525}"/>
    <dgm:cxn modelId="{E71DAF1D-978F-4AE9-957C-ACB68ECECE5A}" type="presOf" srcId="{AED35985-5A73-473B-A6EF-7E0880E3CE26}" destId="{C6038147-BA93-4B8F-B79B-E7190BD41CF1}" srcOrd="0" destOrd="0" presId="urn:microsoft.com/office/officeart/2008/layout/LinedList"/>
    <dgm:cxn modelId="{2BCE0123-7C10-4510-9945-302E42E23AA1}" srcId="{06C0C37F-8B67-4353-8B92-E02AF0CFBBCB}" destId="{3122F537-BFB0-45DB-9F2E-B0DA30AF4266}" srcOrd="5" destOrd="0" parTransId="{3CBAB694-DB25-4A39-BE35-04F5FC86CB5C}" sibTransId="{3A848AED-C4BB-4944-9CF0-6109113BB038}"/>
    <dgm:cxn modelId="{F062E94E-C788-4A46-9800-A959B123258F}" srcId="{06C0C37F-8B67-4353-8B92-E02AF0CFBBCB}" destId="{2CCB2A8C-5857-4F68-9C1D-5192E03A993B}" srcOrd="0" destOrd="0" parTransId="{41B44F7C-1CC3-4D35-A9C5-3499FA5AA018}" sibTransId="{F19A2E7A-2E8B-48E9-BB95-203E5D5BE349}"/>
    <dgm:cxn modelId="{C64D5271-5A13-42DC-8EA3-02FA66DA998F}" type="presOf" srcId="{A7D407E9-2828-418A-9352-07E2C84AE023}" destId="{A522258A-0B11-4D8A-9752-BED189516CC8}" srcOrd="0" destOrd="0" presId="urn:microsoft.com/office/officeart/2008/layout/LinedList"/>
    <dgm:cxn modelId="{4FA15A78-9485-44B4-808F-3E3A974169E1}" type="presOf" srcId="{2CCB2A8C-5857-4F68-9C1D-5192E03A993B}" destId="{289BE886-0392-4963-95B8-AFB4F635FC59}" srcOrd="0" destOrd="0" presId="urn:microsoft.com/office/officeart/2008/layout/LinedList"/>
    <dgm:cxn modelId="{0275B059-FF22-46A8-9F5E-840B2FA4535F}" type="presOf" srcId="{0E8E8058-0DCC-4C24-8BDF-834724F2B91E}" destId="{83AD2F3B-CFC8-44B1-AA8B-A4E2D6DA0901}" srcOrd="0" destOrd="0" presId="urn:microsoft.com/office/officeart/2008/layout/LinedList"/>
    <dgm:cxn modelId="{FE76EB9B-4FCF-4A75-8719-8EEE85815C2E}" type="presOf" srcId="{7E09899D-48AA-4867-BDC9-E5DAF1DAC9C6}" destId="{610F476F-0410-4CFF-B2FD-68E650FD7EB8}" srcOrd="0" destOrd="0" presId="urn:microsoft.com/office/officeart/2008/layout/LinedList"/>
    <dgm:cxn modelId="{C6108BAF-611A-4BF0-AFB5-AA4B85003E80}" srcId="{06C0C37F-8B67-4353-8B92-E02AF0CFBBCB}" destId="{A7D407E9-2828-418A-9352-07E2C84AE023}" srcOrd="3" destOrd="0" parTransId="{FC1D020B-30AC-42EC-803F-984AB624A859}" sibTransId="{7620D9A0-8018-434F-A333-2A37D6F9CC25}"/>
    <dgm:cxn modelId="{02454EB8-1E54-4D7B-A841-8F08969982A7}" srcId="{06C0C37F-8B67-4353-8B92-E02AF0CFBBCB}" destId="{7E09899D-48AA-4867-BDC9-E5DAF1DAC9C6}" srcOrd="2" destOrd="0" parTransId="{6DE3C7AD-D368-49DA-A8B0-0232488CC859}" sibTransId="{09FE3586-C3C7-4B50-A958-23A9DBAB441C}"/>
    <dgm:cxn modelId="{0A0403D4-C000-46A7-978D-4797CB8C1108}" type="presOf" srcId="{06C0C37F-8B67-4353-8B92-E02AF0CFBBCB}" destId="{B427DB01-CCF1-4E83-A46E-32064EFBC578}" srcOrd="0" destOrd="0" presId="urn:microsoft.com/office/officeart/2008/layout/LinedList"/>
    <dgm:cxn modelId="{B0BFC4E5-5277-46CC-A9F1-EBE1E3FE2EF8}" srcId="{06C0C37F-8B67-4353-8B92-E02AF0CFBBCB}" destId="{0E8E8058-0DCC-4C24-8BDF-834724F2B91E}" srcOrd="4" destOrd="0" parTransId="{85E42733-3913-430B-9A0B-F80A68A9DC2D}" sibTransId="{22BA8764-22D9-4E31-98C1-B18A5DEB189B}"/>
    <dgm:cxn modelId="{901A73E9-D7E0-4442-8066-C1029E094833}" type="presOf" srcId="{2B537E72-1D9F-4393-809B-C431AD8762D8}" destId="{A46AF750-7365-4C88-83BC-28E17E7AC919}" srcOrd="0" destOrd="0" presId="urn:microsoft.com/office/officeart/2008/layout/LinedList"/>
    <dgm:cxn modelId="{9908B5EB-D81B-49D0-BC34-5A4D6E0E287F}" type="presOf" srcId="{3122F537-BFB0-45DB-9F2E-B0DA30AF4266}" destId="{9DECD41D-7C55-4E20-8384-C66B5BAE8270}" srcOrd="0" destOrd="0" presId="urn:microsoft.com/office/officeart/2008/layout/LinedList"/>
    <dgm:cxn modelId="{5441C94D-FFA8-4B48-A7A4-940EA9E30619}" type="presParOf" srcId="{A46AF750-7365-4C88-83BC-28E17E7AC919}" destId="{3F20189A-F50E-4837-ABE3-9C6CB6775CF1}" srcOrd="0" destOrd="0" presId="urn:microsoft.com/office/officeart/2008/layout/LinedList"/>
    <dgm:cxn modelId="{E47E7C20-0C9C-46B7-A7DD-299ECDB797F2}" type="presParOf" srcId="{A46AF750-7365-4C88-83BC-28E17E7AC919}" destId="{EC710165-B626-4B04-8F76-F813C42FA51D}" srcOrd="1" destOrd="0" presId="urn:microsoft.com/office/officeart/2008/layout/LinedList"/>
    <dgm:cxn modelId="{B972BCFC-2233-430E-98F4-5F3A2C3056A3}" type="presParOf" srcId="{EC710165-B626-4B04-8F76-F813C42FA51D}" destId="{B427DB01-CCF1-4E83-A46E-32064EFBC578}" srcOrd="0" destOrd="0" presId="urn:microsoft.com/office/officeart/2008/layout/LinedList"/>
    <dgm:cxn modelId="{C9C4CBBB-1ADE-4C52-BD98-650E6977BF2F}" type="presParOf" srcId="{EC710165-B626-4B04-8F76-F813C42FA51D}" destId="{4836E3FF-9AC2-4DD9-A97C-7CD6E5C2A8F9}" srcOrd="1" destOrd="0" presId="urn:microsoft.com/office/officeart/2008/layout/LinedList"/>
    <dgm:cxn modelId="{6A3802D3-AAFA-4BD6-BA92-B33AF7F0506D}" type="presParOf" srcId="{4836E3FF-9AC2-4DD9-A97C-7CD6E5C2A8F9}" destId="{BDD5E991-4849-4B45-A33F-E5A66718D9FD}" srcOrd="0" destOrd="0" presId="urn:microsoft.com/office/officeart/2008/layout/LinedList"/>
    <dgm:cxn modelId="{15579961-56B3-4D53-87FE-CF671482F63A}" type="presParOf" srcId="{4836E3FF-9AC2-4DD9-A97C-7CD6E5C2A8F9}" destId="{7225340A-AE9C-4EA9-8C55-1B843CC30785}" srcOrd="1" destOrd="0" presId="urn:microsoft.com/office/officeart/2008/layout/LinedList"/>
    <dgm:cxn modelId="{8E183256-025A-4AA4-ACF0-CDBE53A99175}" type="presParOf" srcId="{7225340A-AE9C-4EA9-8C55-1B843CC30785}" destId="{91CB7427-A5D6-44FA-85EE-08EF4FF9132E}" srcOrd="0" destOrd="0" presId="urn:microsoft.com/office/officeart/2008/layout/LinedList"/>
    <dgm:cxn modelId="{1F8160A3-B4BA-4CD3-9962-730466684011}" type="presParOf" srcId="{7225340A-AE9C-4EA9-8C55-1B843CC30785}" destId="{289BE886-0392-4963-95B8-AFB4F635FC59}" srcOrd="1" destOrd="0" presId="urn:microsoft.com/office/officeart/2008/layout/LinedList"/>
    <dgm:cxn modelId="{ECFAEAA9-7E88-47F0-BEC5-D2F0EA33D9BC}" type="presParOf" srcId="{7225340A-AE9C-4EA9-8C55-1B843CC30785}" destId="{54A7DC4D-E90C-4356-9603-C0A28B8821F8}" srcOrd="2" destOrd="0" presId="urn:microsoft.com/office/officeart/2008/layout/LinedList"/>
    <dgm:cxn modelId="{47AF5665-637B-4FF6-9587-708462945A61}" type="presParOf" srcId="{4836E3FF-9AC2-4DD9-A97C-7CD6E5C2A8F9}" destId="{3F205A5D-A037-42C6-AAEA-C8E191AB6A74}" srcOrd="2" destOrd="0" presId="urn:microsoft.com/office/officeart/2008/layout/LinedList"/>
    <dgm:cxn modelId="{D0581DED-3177-4EDA-AB04-FDADF97FE9FA}" type="presParOf" srcId="{4836E3FF-9AC2-4DD9-A97C-7CD6E5C2A8F9}" destId="{EC758657-FB1D-42CC-92DF-89A203B84081}" srcOrd="3" destOrd="0" presId="urn:microsoft.com/office/officeart/2008/layout/LinedList"/>
    <dgm:cxn modelId="{B8D69C4A-2ED6-4ECB-85DA-562B97BEC160}" type="presParOf" srcId="{4836E3FF-9AC2-4DD9-A97C-7CD6E5C2A8F9}" destId="{4A71F651-35AB-474B-98FF-1FA53A794DBE}" srcOrd="4" destOrd="0" presId="urn:microsoft.com/office/officeart/2008/layout/LinedList"/>
    <dgm:cxn modelId="{11B9A4EC-AF84-45AA-87C1-2F791D497AA3}" type="presParOf" srcId="{4A71F651-35AB-474B-98FF-1FA53A794DBE}" destId="{81B2ADFE-5D73-4F5A-A660-B1ED96018399}" srcOrd="0" destOrd="0" presId="urn:microsoft.com/office/officeart/2008/layout/LinedList"/>
    <dgm:cxn modelId="{1EAE31C2-267B-4003-B6EB-9C07E95EB16D}" type="presParOf" srcId="{4A71F651-35AB-474B-98FF-1FA53A794DBE}" destId="{C6038147-BA93-4B8F-B79B-E7190BD41CF1}" srcOrd="1" destOrd="0" presId="urn:microsoft.com/office/officeart/2008/layout/LinedList"/>
    <dgm:cxn modelId="{7DCD1300-A290-47A9-96AA-16914EF10424}" type="presParOf" srcId="{4A71F651-35AB-474B-98FF-1FA53A794DBE}" destId="{B73980A0-D6C8-40EF-8CF4-1CB47EBE0C5B}" srcOrd="2" destOrd="0" presId="urn:microsoft.com/office/officeart/2008/layout/LinedList"/>
    <dgm:cxn modelId="{4496C6DA-FEFB-4212-A95F-B9B9D2F1B59B}" type="presParOf" srcId="{4836E3FF-9AC2-4DD9-A97C-7CD6E5C2A8F9}" destId="{ED5CF4B5-0AF6-47DD-A0A3-972747688865}" srcOrd="5" destOrd="0" presId="urn:microsoft.com/office/officeart/2008/layout/LinedList"/>
    <dgm:cxn modelId="{AFA4D30D-48E1-4C80-972F-9E3DC6BFF131}" type="presParOf" srcId="{4836E3FF-9AC2-4DD9-A97C-7CD6E5C2A8F9}" destId="{DC723979-F8CC-490D-83DE-D059DFCA6173}" srcOrd="6" destOrd="0" presId="urn:microsoft.com/office/officeart/2008/layout/LinedList"/>
    <dgm:cxn modelId="{9F9B80BF-20E7-4B66-929C-E46DEE7DAA43}" type="presParOf" srcId="{4836E3FF-9AC2-4DD9-A97C-7CD6E5C2A8F9}" destId="{56D64DF5-937D-45A2-BD4F-10610E115564}" srcOrd="7" destOrd="0" presId="urn:microsoft.com/office/officeart/2008/layout/LinedList"/>
    <dgm:cxn modelId="{891C6B87-7216-47C3-A44E-B66E467B52AF}" type="presParOf" srcId="{56D64DF5-937D-45A2-BD4F-10610E115564}" destId="{3676769A-88B1-48DD-8876-876C56375F1E}" srcOrd="0" destOrd="0" presId="urn:microsoft.com/office/officeart/2008/layout/LinedList"/>
    <dgm:cxn modelId="{B5630F0C-6A2E-4F30-BF51-6AB65141D114}" type="presParOf" srcId="{56D64DF5-937D-45A2-BD4F-10610E115564}" destId="{610F476F-0410-4CFF-B2FD-68E650FD7EB8}" srcOrd="1" destOrd="0" presId="urn:microsoft.com/office/officeart/2008/layout/LinedList"/>
    <dgm:cxn modelId="{D9654E0E-32B1-47EB-A8D2-C0E54692C35F}" type="presParOf" srcId="{56D64DF5-937D-45A2-BD4F-10610E115564}" destId="{CE0AC6B4-85B5-4FCE-AFB8-7C02DF424494}" srcOrd="2" destOrd="0" presId="urn:microsoft.com/office/officeart/2008/layout/LinedList"/>
    <dgm:cxn modelId="{58917AAA-3544-49AC-B262-DA4DCE92FFB0}" type="presParOf" srcId="{4836E3FF-9AC2-4DD9-A97C-7CD6E5C2A8F9}" destId="{9309A0FC-928F-4895-B08F-364C371AEB68}" srcOrd="8" destOrd="0" presId="urn:microsoft.com/office/officeart/2008/layout/LinedList"/>
    <dgm:cxn modelId="{400DF227-097C-479B-9F15-64C8CF648776}" type="presParOf" srcId="{4836E3FF-9AC2-4DD9-A97C-7CD6E5C2A8F9}" destId="{FFB43671-85DB-4027-A6ED-63B7DB671258}" srcOrd="9" destOrd="0" presId="urn:microsoft.com/office/officeart/2008/layout/LinedList"/>
    <dgm:cxn modelId="{874224F4-7035-4AA3-97AB-D86AD3981EEE}" type="presParOf" srcId="{4836E3FF-9AC2-4DD9-A97C-7CD6E5C2A8F9}" destId="{C5B4BDB6-15CC-4614-9264-5FF6B56F312E}" srcOrd="10" destOrd="0" presId="urn:microsoft.com/office/officeart/2008/layout/LinedList"/>
    <dgm:cxn modelId="{4ADE40FF-141B-4E08-80F9-936ED4377757}" type="presParOf" srcId="{C5B4BDB6-15CC-4614-9264-5FF6B56F312E}" destId="{3E38D917-DD0F-4411-A916-3CF0E5F6824D}" srcOrd="0" destOrd="0" presId="urn:microsoft.com/office/officeart/2008/layout/LinedList"/>
    <dgm:cxn modelId="{0777B74B-3DA4-4986-BC61-5DB23BA79BB5}" type="presParOf" srcId="{C5B4BDB6-15CC-4614-9264-5FF6B56F312E}" destId="{A522258A-0B11-4D8A-9752-BED189516CC8}" srcOrd="1" destOrd="0" presId="urn:microsoft.com/office/officeart/2008/layout/LinedList"/>
    <dgm:cxn modelId="{87241976-E4B0-4416-BFD7-9D174C521FB9}" type="presParOf" srcId="{C5B4BDB6-15CC-4614-9264-5FF6B56F312E}" destId="{44247046-4F88-421C-9EA6-1A78403A465D}" srcOrd="2" destOrd="0" presId="urn:microsoft.com/office/officeart/2008/layout/LinedList"/>
    <dgm:cxn modelId="{10D19A32-1818-444F-B7E1-6E1D5131BF94}" type="presParOf" srcId="{4836E3FF-9AC2-4DD9-A97C-7CD6E5C2A8F9}" destId="{5751F29A-010A-46EB-8E1D-D1375DF13A94}" srcOrd="11" destOrd="0" presId="urn:microsoft.com/office/officeart/2008/layout/LinedList"/>
    <dgm:cxn modelId="{B36F1018-7131-467B-A273-5C635E0F10A6}" type="presParOf" srcId="{4836E3FF-9AC2-4DD9-A97C-7CD6E5C2A8F9}" destId="{47C7271E-6728-41C2-BCA2-FFF7DA6BCDB5}" srcOrd="12" destOrd="0" presId="urn:microsoft.com/office/officeart/2008/layout/LinedList"/>
    <dgm:cxn modelId="{A2DDDA6C-F1AF-4B3C-A510-3503501C6BDD}" type="presParOf" srcId="{4836E3FF-9AC2-4DD9-A97C-7CD6E5C2A8F9}" destId="{702979F8-2BF1-4AA2-8589-A97BD6B4ACCF}" srcOrd="13" destOrd="0" presId="urn:microsoft.com/office/officeart/2008/layout/LinedList"/>
    <dgm:cxn modelId="{17D54014-35FA-44AF-8BF8-B6DDC95A72EB}" type="presParOf" srcId="{702979F8-2BF1-4AA2-8589-A97BD6B4ACCF}" destId="{F28C0B3C-3880-4A90-ADEB-7901405E8235}" srcOrd="0" destOrd="0" presId="urn:microsoft.com/office/officeart/2008/layout/LinedList"/>
    <dgm:cxn modelId="{BA51C496-A9B9-4D92-8038-0876B75B1B67}" type="presParOf" srcId="{702979F8-2BF1-4AA2-8589-A97BD6B4ACCF}" destId="{83AD2F3B-CFC8-44B1-AA8B-A4E2D6DA0901}" srcOrd="1" destOrd="0" presId="urn:microsoft.com/office/officeart/2008/layout/LinedList"/>
    <dgm:cxn modelId="{FFF19968-073C-406D-B227-D5D93D0992D8}" type="presParOf" srcId="{702979F8-2BF1-4AA2-8589-A97BD6B4ACCF}" destId="{41A3ECEA-A825-422C-8F99-25B60A453A21}" srcOrd="2" destOrd="0" presId="urn:microsoft.com/office/officeart/2008/layout/LinedList"/>
    <dgm:cxn modelId="{63161C6F-630F-4E77-9D35-285DC69F0176}" type="presParOf" srcId="{4836E3FF-9AC2-4DD9-A97C-7CD6E5C2A8F9}" destId="{2407821B-53A1-4048-A13F-23EAD885A0ED}" srcOrd="14" destOrd="0" presId="urn:microsoft.com/office/officeart/2008/layout/LinedList"/>
    <dgm:cxn modelId="{9AE6577C-22F8-4BF3-B465-C2B3E606AF66}" type="presParOf" srcId="{4836E3FF-9AC2-4DD9-A97C-7CD6E5C2A8F9}" destId="{5B23E686-7B59-4B1D-8F71-5D494A5DE24D}" srcOrd="15" destOrd="0" presId="urn:microsoft.com/office/officeart/2008/layout/LinedList"/>
    <dgm:cxn modelId="{40CE9AC0-E9D5-4DDB-9C51-81BAC6E2A64B}" type="presParOf" srcId="{4836E3FF-9AC2-4DD9-A97C-7CD6E5C2A8F9}" destId="{98DD6F0F-D973-42E8-A49D-8A91AE3896DA}" srcOrd="16" destOrd="0" presId="urn:microsoft.com/office/officeart/2008/layout/LinedList"/>
    <dgm:cxn modelId="{3ACA2291-00A0-4707-B8BD-8A87B6F3D1F4}" type="presParOf" srcId="{98DD6F0F-D973-42E8-A49D-8A91AE3896DA}" destId="{6C3E281B-B204-48ED-A50A-E597D8EDE5CB}" srcOrd="0" destOrd="0" presId="urn:microsoft.com/office/officeart/2008/layout/LinedList"/>
    <dgm:cxn modelId="{A4372B50-3E53-495B-9D96-C26D96C0F782}" type="presParOf" srcId="{98DD6F0F-D973-42E8-A49D-8A91AE3896DA}" destId="{9DECD41D-7C55-4E20-8384-C66B5BAE8270}" srcOrd="1" destOrd="0" presId="urn:microsoft.com/office/officeart/2008/layout/LinedList"/>
    <dgm:cxn modelId="{75EFC39C-5F38-497F-9193-2F9E15737562}" type="presParOf" srcId="{98DD6F0F-D973-42E8-A49D-8A91AE3896DA}" destId="{959C2799-62DE-43AE-AC47-0ECD6199906F}" srcOrd="2" destOrd="0" presId="urn:microsoft.com/office/officeart/2008/layout/LinedList"/>
    <dgm:cxn modelId="{08C2A827-6172-422F-BD8C-0367A2E3C7FF}" type="presParOf" srcId="{4836E3FF-9AC2-4DD9-A97C-7CD6E5C2A8F9}" destId="{5FB31AD7-45E6-455F-A4A5-69044B4D9AC7}" srcOrd="17" destOrd="0" presId="urn:microsoft.com/office/officeart/2008/layout/LinedList"/>
    <dgm:cxn modelId="{3541640F-9BE3-4360-9B52-1342209C7CF7}" type="presParOf" srcId="{4836E3FF-9AC2-4DD9-A97C-7CD6E5C2A8F9}" destId="{2BA3259F-3756-409E-95F5-F98C4553BD7D}" srcOrd="18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20189A-F50E-4837-ABE3-9C6CB6775CF1}">
      <dsp:nvSpPr>
        <dsp:cNvPr id="0" name=""/>
        <dsp:cNvSpPr/>
      </dsp:nvSpPr>
      <dsp:spPr>
        <a:xfrm>
          <a:off x="0" y="0"/>
          <a:ext cx="5551639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27DB01-CCF1-4E83-A46E-32064EFBC578}">
      <dsp:nvSpPr>
        <dsp:cNvPr id="0" name=""/>
        <dsp:cNvSpPr/>
      </dsp:nvSpPr>
      <dsp:spPr>
        <a:xfrm>
          <a:off x="0" y="0"/>
          <a:ext cx="1110327" cy="49987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1600" kern="1200" dirty="0"/>
        </a:p>
      </dsp:txBody>
      <dsp:txXfrm>
        <a:off x="0" y="0"/>
        <a:ext cx="1110327" cy="4998756"/>
      </dsp:txXfrm>
    </dsp:sp>
    <dsp:sp modelId="{289BE886-0392-4963-95B8-AFB4F635FC59}">
      <dsp:nvSpPr>
        <dsp:cNvPr id="0" name=""/>
        <dsp:cNvSpPr/>
      </dsp:nvSpPr>
      <dsp:spPr>
        <a:xfrm>
          <a:off x="1193602" y="39357"/>
          <a:ext cx="4358036" cy="7871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800" b="1" kern="1200" dirty="0"/>
            <a:t>공감형</a:t>
          </a:r>
          <a:r>
            <a:rPr lang="ko-KR" altLang="en-US" sz="1800" kern="1200" dirty="0"/>
            <a:t> </a:t>
          </a:r>
          <a:r>
            <a:rPr lang="en-US" altLang="ko-KR" sz="1800" kern="1200" dirty="0"/>
            <a:t>: </a:t>
          </a:r>
          <a:r>
            <a:rPr lang="ko-KR" altLang="en-US" sz="1800" kern="1200" dirty="0"/>
            <a:t>감정적 경청</a:t>
          </a:r>
          <a:r>
            <a:rPr lang="en-US" altLang="ko-KR" sz="1800" kern="1200" dirty="0"/>
            <a:t>, </a:t>
          </a:r>
          <a:r>
            <a:rPr lang="ko-KR" altLang="en-US" sz="1800" kern="1200" dirty="0"/>
            <a:t>위로중심</a:t>
          </a:r>
        </a:p>
      </dsp:txBody>
      <dsp:txXfrm>
        <a:off x="1193602" y="39357"/>
        <a:ext cx="4358036" cy="787157"/>
      </dsp:txXfrm>
    </dsp:sp>
    <dsp:sp modelId="{3F205A5D-A037-42C6-AAEA-C8E191AB6A74}">
      <dsp:nvSpPr>
        <dsp:cNvPr id="0" name=""/>
        <dsp:cNvSpPr/>
      </dsp:nvSpPr>
      <dsp:spPr>
        <a:xfrm>
          <a:off x="1110327" y="826515"/>
          <a:ext cx="4441311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038147-BA93-4B8F-B79B-E7190BD41CF1}">
      <dsp:nvSpPr>
        <dsp:cNvPr id="0" name=""/>
        <dsp:cNvSpPr/>
      </dsp:nvSpPr>
      <dsp:spPr>
        <a:xfrm>
          <a:off x="1193602" y="865873"/>
          <a:ext cx="4358036" cy="7871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800" b="1" kern="1200" dirty="0"/>
            <a:t>격려형</a:t>
          </a:r>
          <a:r>
            <a:rPr lang="ko-KR" altLang="en-US" sz="1800" kern="1200" dirty="0"/>
            <a:t> </a:t>
          </a:r>
          <a:r>
            <a:rPr lang="en-US" altLang="ko-KR" sz="1800" kern="1200" dirty="0"/>
            <a:t>: </a:t>
          </a:r>
          <a:r>
            <a:rPr lang="ko-KR" altLang="en-US" sz="1800" kern="1200" dirty="0"/>
            <a:t>긍정 피드백</a:t>
          </a:r>
          <a:r>
            <a:rPr lang="en-US" altLang="ko-KR" sz="1800" kern="1200" dirty="0"/>
            <a:t>, </a:t>
          </a:r>
          <a:r>
            <a:rPr lang="ko-KR" altLang="en-US" sz="1800" kern="1200" dirty="0"/>
            <a:t>동기부여</a:t>
          </a:r>
        </a:p>
      </dsp:txBody>
      <dsp:txXfrm>
        <a:off x="1193602" y="865873"/>
        <a:ext cx="4358036" cy="787157"/>
      </dsp:txXfrm>
    </dsp:sp>
    <dsp:sp modelId="{ED5CF4B5-0AF6-47DD-A0A3-972747688865}">
      <dsp:nvSpPr>
        <dsp:cNvPr id="0" name=""/>
        <dsp:cNvSpPr/>
      </dsp:nvSpPr>
      <dsp:spPr>
        <a:xfrm>
          <a:off x="1110327" y="1653031"/>
          <a:ext cx="4441311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10F476F-0410-4CFF-B2FD-68E650FD7EB8}">
      <dsp:nvSpPr>
        <dsp:cNvPr id="0" name=""/>
        <dsp:cNvSpPr/>
      </dsp:nvSpPr>
      <dsp:spPr>
        <a:xfrm>
          <a:off x="1193602" y="1692388"/>
          <a:ext cx="4358036" cy="7871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800" b="1" kern="1200" dirty="0"/>
            <a:t>논리형</a:t>
          </a:r>
          <a:r>
            <a:rPr lang="ko-KR" altLang="en-US" sz="1800" kern="1200" dirty="0"/>
            <a:t> </a:t>
          </a:r>
          <a:r>
            <a:rPr lang="en-US" altLang="ko-KR" sz="1800" kern="1200" dirty="0"/>
            <a:t>: </a:t>
          </a:r>
          <a:r>
            <a:rPr lang="ko-KR" altLang="en-US" sz="1800" kern="1200" dirty="0"/>
            <a:t>인지적 재구조화</a:t>
          </a:r>
        </a:p>
      </dsp:txBody>
      <dsp:txXfrm>
        <a:off x="1193602" y="1692388"/>
        <a:ext cx="4358036" cy="787157"/>
      </dsp:txXfrm>
    </dsp:sp>
    <dsp:sp modelId="{9309A0FC-928F-4895-B08F-364C371AEB68}">
      <dsp:nvSpPr>
        <dsp:cNvPr id="0" name=""/>
        <dsp:cNvSpPr/>
      </dsp:nvSpPr>
      <dsp:spPr>
        <a:xfrm>
          <a:off x="1110327" y="2479546"/>
          <a:ext cx="4441311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522258A-0B11-4D8A-9752-BED189516CC8}">
      <dsp:nvSpPr>
        <dsp:cNvPr id="0" name=""/>
        <dsp:cNvSpPr/>
      </dsp:nvSpPr>
      <dsp:spPr>
        <a:xfrm>
          <a:off x="1193602" y="2518904"/>
          <a:ext cx="4358036" cy="7871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800" b="1" kern="1200" dirty="0"/>
            <a:t>창의형</a:t>
          </a:r>
          <a:r>
            <a:rPr lang="ko-KR" altLang="en-US" sz="1800" kern="1200" dirty="0"/>
            <a:t> </a:t>
          </a:r>
          <a:r>
            <a:rPr lang="en-US" altLang="ko-KR" sz="1800" kern="1200" dirty="0"/>
            <a:t>: </a:t>
          </a:r>
          <a:r>
            <a:rPr lang="ko-KR" altLang="en-US" sz="1800" kern="1200" dirty="0"/>
            <a:t>이미지</a:t>
          </a:r>
          <a:r>
            <a:rPr lang="en-US" altLang="ko-KR" sz="1800" kern="1200" dirty="0"/>
            <a:t>, </a:t>
          </a:r>
          <a:r>
            <a:rPr lang="ko-KR" altLang="en-US" sz="1800" kern="1200" dirty="0"/>
            <a:t>비유 표현</a:t>
          </a:r>
        </a:p>
      </dsp:txBody>
      <dsp:txXfrm>
        <a:off x="1193602" y="2518904"/>
        <a:ext cx="4358036" cy="787157"/>
      </dsp:txXfrm>
    </dsp:sp>
    <dsp:sp modelId="{5751F29A-010A-46EB-8E1D-D1375DF13A94}">
      <dsp:nvSpPr>
        <dsp:cNvPr id="0" name=""/>
        <dsp:cNvSpPr/>
      </dsp:nvSpPr>
      <dsp:spPr>
        <a:xfrm>
          <a:off x="1110327" y="3306062"/>
          <a:ext cx="4441311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3AD2F3B-CFC8-44B1-AA8B-A4E2D6DA0901}">
      <dsp:nvSpPr>
        <dsp:cNvPr id="0" name=""/>
        <dsp:cNvSpPr/>
      </dsp:nvSpPr>
      <dsp:spPr>
        <a:xfrm>
          <a:off x="1193602" y="3345419"/>
          <a:ext cx="4358036" cy="7871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800" b="1" kern="1200" dirty="0"/>
            <a:t>차분형</a:t>
          </a:r>
          <a:r>
            <a:rPr lang="ko-KR" altLang="en-US" sz="1800" kern="1200" dirty="0"/>
            <a:t> </a:t>
          </a:r>
          <a:r>
            <a:rPr lang="en-US" altLang="ko-KR" sz="1800" kern="1200" dirty="0"/>
            <a:t>: </a:t>
          </a:r>
          <a:r>
            <a:rPr lang="ko-KR" altLang="en-US" sz="1800" kern="1200" dirty="0"/>
            <a:t>침착한 대화</a:t>
          </a:r>
          <a:r>
            <a:rPr lang="en-US" altLang="ko-KR" sz="1800" kern="1200" dirty="0"/>
            <a:t>, </a:t>
          </a:r>
          <a:r>
            <a:rPr lang="ko-KR" altLang="en-US" sz="1800" kern="1200" dirty="0"/>
            <a:t>이성적 판단</a:t>
          </a:r>
        </a:p>
      </dsp:txBody>
      <dsp:txXfrm>
        <a:off x="1193602" y="3345419"/>
        <a:ext cx="4358036" cy="787157"/>
      </dsp:txXfrm>
    </dsp:sp>
    <dsp:sp modelId="{2407821B-53A1-4048-A13F-23EAD885A0ED}">
      <dsp:nvSpPr>
        <dsp:cNvPr id="0" name=""/>
        <dsp:cNvSpPr/>
      </dsp:nvSpPr>
      <dsp:spPr>
        <a:xfrm>
          <a:off x="1110327" y="4132577"/>
          <a:ext cx="4441311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DECD41D-7C55-4E20-8384-C66B5BAE8270}">
      <dsp:nvSpPr>
        <dsp:cNvPr id="0" name=""/>
        <dsp:cNvSpPr/>
      </dsp:nvSpPr>
      <dsp:spPr>
        <a:xfrm>
          <a:off x="1193602" y="4171935"/>
          <a:ext cx="4358036" cy="7871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800" b="1" kern="1200" dirty="0"/>
            <a:t>직설형</a:t>
          </a:r>
          <a:r>
            <a:rPr lang="ko-KR" altLang="en-US" sz="1800" kern="1200" dirty="0"/>
            <a:t> </a:t>
          </a:r>
          <a:r>
            <a:rPr lang="en-US" altLang="ko-KR" sz="1800" kern="1200" dirty="0"/>
            <a:t>: </a:t>
          </a:r>
          <a:r>
            <a:rPr lang="ko-KR" altLang="en-US" sz="1800" kern="1200" dirty="0"/>
            <a:t>현실적 조언</a:t>
          </a:r>
          <a:r>
            <a:rPr lang="en-US" altLang="ko-KR" sz="1800" kern="1200" dirty="0"/>
            <a:t>, </a:t>
          </a:r>
          <a:r>
            <a:rPr lang="ko-KR" altLang="en-US" sz="1800" kern="1200" dirty="0"/>
            <a:t>솔직함</a:t>
          </a:r>
        </a:p>
      </dsp:txBody>
      <dsp:txXfrm>
        <a:off x="1193602" y="4171935"/>
        <a:ext cx="4358036" cy="787157"/>
      </dsp:txXfrm>
    </dsp:sp>
    <dsp:sp modelId="{5FB31AD7-45E6-455F-A4A5-69044B4D9AC7}">
      <dsp:nvSpPr>
        <dsp:cNvPr id="0" name=""/>
        <dsp:cNvSpPr/>
      </dsp:nvSpPr>
      <dsp:spPr>
        <a:xfrm>
          <a:off x="1110327" y="4959093"/>
          <a:ext cx="4441311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20189A-F50E-4837-ABE3-9C6CB6775CF1}">
      <dsp:nvSpPr>
        <dsp:cNvPr id="0" name=""/>
        <dsp:cNvSpPr/>
      </dsp:nvSpPr>
      <dsp:spPr>
        <a:xfrm>
          <a:off x="0" y="0"/>
          <a:ext cx="5551639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27DB01-CCF1-4E83-A46E-32064EFBC578}">
      <dsp:nvSpPr>
        <dsp:cNvPr id="0" name=""/>
        <dsp:cNvSpPr/>
      </dsp:nvSpPr>
      <dsp:spPr>
        <a:xfrm>
          <a:off x="0" y="0"/>
          <a:ext cx="1110327" cy="49987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1600" kern="1200" dirty="0"/>
        </a:p>
      </dsp:txBody>
      <dsp:txXfrm>
        <a:off x="0" y="0"/>
        <a:ext cx="1110327" cy="4998756"/>
      </dsp:txXfrm>
    </dsp:sp>
    <dsp:sp modelId="{289BE886-0392-4963-95B8-AFB4F635FC59}">
      <dsp:nvSpPr>
        <dsp:cNvPr id="0" name=""/>
        <dsp:cNvSpPr/>
      </dsp:nvSpPr>
      <dsp:spPr>
        <a:xfrm>
          <a:off x="1193602" y="39357"/>
          <a:ext cx="4358036" cy="7871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800" b="1" kern="1200" dirty="0"/>
            <a:t>자기인식</a:t>
          </a:r>
          <a:r>
            <a:rPr lang="ko-KR" altLang="en-US" sz="1800" kern="1200" dirty="0"/>
            <a:t> </a:t>
          </a:r>
          <a:r>
            <a:rPr lang="en-US" altLang="ko-KR" sz="1800" kern="1200" dirty="0"/>
            <a:t>: </a:t>
          </a:r>
          <a:r>
            <a:rPr lang="ko-KR" altLang="en-US" sz="1800" kern="1200" dirty="0"/>
            <a:t>감정</a:t>
          </a:r>
          <a:r>
            <a:rPr lang="en-US" altLang="ko-KR" sz="1800" kern="1200" dirty="0"/>
            <a:t>, </a:t>
          </a:r>
          <a:r>
            <a:rPr lang="ko-KR" altLang="en-US" sz="1800" kern="1200" dirty="0"/>
            <a:t>사고 탐색</a:t>
          </a:r>
        </a:p>
      </dsp:txBody>
      <dsp:txXfrm>
        <a:off x="1193602" y="39357"/>
        <a:ext cx="4358036" cy="787157"/>
      </dsp:txXfrm>
    </dsp:sp>
    <dsp:sp modelId="{3F205A5D-A037-42C6-AAEA-C8E191AB6A74}">
      <dsp:nvSpPr>
        <dsp:cNvPr id="0" name=""/>
        <dsp:cNvSpPr/>
      </dsp:nvSpPr>
      <dsp:spPr>
        <a:xfrm>
          <a:off x="1110327" y="826515"/>
          <a:ext cx="4441311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038147-BA93-4B8F-B79B-E7190BD41CF1}">
      <dsp:nvSpPr>
        <dsp:cNvPr id="0" name=""/>
        <dsp:cNvSpPr/>
      </dsp:nvSpPr>
      <dsp:spPr>
        <a:xfrm>
          <a:off x="1193602" y="865873"/>
          <a:ext cx="4358036" cy="7871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800" b="1" kern="1200" dirty="0"/>
            <a:t>대인관계</a:t>
          </a:r>
          <a:r>
            <a:rPr lang="ko-KR" altLang="en-US" sz="1800" kern="1200" dirty="0"/>
            <a:t> </a:t>
          </a:r>
          <a:r>
            <a:rPr lang="en-US" altLang="ko-KR" sz="1800" kern="1200" dirty="0"/>
            <a:t>: </a:t>
          </a:r>
          <a:r>
            <a:rPr lang="ko-KR" altLang="en-US" sz="1800" kern="1200" dirty="0"/>
            <a:t>관계</a:t>
          </a:r>
          <a:r>
            <a:rPr lang="en-US" altLang="ko-KR" sz="1800" kern="1200" dirty="0"/>
            <a:t>, </a:t>
          </a:r>
          <a:r>
            <a:rPr lang="ko-KR" altLang="en-US" sz="1800" kern="1200" dirty="0"/>
            <a:t>소통</a:t>
          </a:r>
        </a:p>
      </dsp:txBody>
      <dsp:txXfrm>
        <a:off x="1193602" y="865873"/>
        <a:ext cx="4358036" cy="787157"/>
      </dsp:txXfrm>
    </dsp:sp>
    <dsp:sp modelId="{ED5CF4B5-0AF6-47DD-A0A3-972747688865}">
      <dsp:nvSpPr>
        <dsp:cNvPr id="0" name=""/>
        <dsp:cNvSpPr/>
      </dsp:nvSpPr>
      <dsp:spPr>
        <a:xfrm>
          <a:off x="1110327" y="1653031"/>
          <a:ext cx="4441311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10F476F-0410-4CFF-B2FD-68E650FD7EB8}">
      <dsp:nvSpPr>
        <dsp:cNvPr id="0" name=""/>
        <dsp:cNvSpPr/>
      </dsp:nvSpPr>
      <dsp:spPr>
        <a:xfrm>
          <a:off x="1193602" y="1692388"/>
          <a:ext cx="4358036" cy="7871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800" b="1" kern="1200" dirty="0"/>
            <a:t>회복력 </a:t>
          </a:r>
          <a:r>
            <a:rPr lang="en-US" altLang="ko-KR" sz="1800" kern="1200" dirty="0"/>
            <a:t>: </a:t>
          </a:r>
          <a:r>
            <a:rPr lang="ko-KR" altLang="en-US" sz="1800" kern="1200" dirty="0"/>
            <a:t>역경 극복</a:t>
          </a:r>
        </a:p>
      </dsp:txBody>
      <dsp:txXfrm>
        <a:off x="1193602" y="1692388"/>
        <a:ext cx="4358036" cy="787157"/>
      </dsp:txXfrm>
    </dsp:sp>
    <dsp:sp modelId="{9309A0FC-928F-4895-B08F-364C371AEB68}">
      <dsp:nvSpPr>
        <dsp:cNvPr id="0" name=""/>
        <dsp:cNvSpPr/>
      </dsp:nvSpPr>
      <dsp:spPr>
        <a:xfrm>
          <a:off x="1110327" y="2479546"/>
          <a:ext cx="4441311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522258A-0B11-4D8A-9752-BED189516CC8}">
      <dsp:nvSpPr>
        <dsp:cNvPr id="0" name=""/>
        <dsp:cNvSpPr/>
      </dsp:nvSpPr>
      <dsp:spPr>
        <a:xfrm>
          <a:off x="1193602" y="2518904"/>
          <a:ext cx="4358036" cy="7871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800" b="1" kern="1200" dirty="0"/>
            <a:t>긍정습관</a:t>
          </a:r>
          <a:r>
            <a:rPr lang="ko-KR" altLang="en-US" sz="1800" kern="1200" dirty="0"/>
            <a:t> </a:t>
          </a:r>
          <a:r>
            <a:rPr lang="en-US" altLang="ko-KR" sz="1800" kern="1200" dirty="0"/>
            <a:t>: </a:t>
          </a:r>
          <a:r>
            <a:rPr lang="ko-KR" altLang="en-US" sz="1800" kern="1200" dirty="0"/>
            <a:t>일상 루틴</a:t>
          </a:r>
          <a:r>
            <a:rPr lang="en-US" altLang="ko-KR" sz="1800" kern="1200" dirty="0"/>
            <a:t>, </a:t>
          </a:r>
          <a:r>
            <a:rPr lang="ko-KR" altLang="en-US" sz="1800" kern="1200" dirty="0"/>
            <a:t>행동</a:t>
          </a:r>
        </a:p>
      </dsp:txBody>
      <dsp:txXfrm>
        <a:off x="1193602" y="2518904"/>
        <a:ext cx="4358036" cy="787157"/>
      </dsp:txXfrm>
    </dsp:sp>
    <dsp:sp modelId="{5751F29A-010A-46EB-8E1D-D1375DF13A94}">
      <dsp:nvSpPr>
        <dsp:cNvPr id="0" name=""/>
        <dsp:cNvSpPr/>
      </dsp:nvSpPr>
      <dsp:spPr>
        <a:xfrm>
          <a:off x="1110327" y="3306062"/>
          <a:ext cx="4441311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3AD2F3B-CFC8-44B1-AA8B-A4E2D6DA0901}">
      <dsp:nvSpPr>
        <dsp:cNvPr id="0" name=""/>
        <dsp:cNvSpPr/>
      </dsp:nvSpPr>
      <dsp:spPr>
        <a:xfrm>
          <a:off x="1193602" y="3345419"/>
          <a:ext cx="4358036" cy="7871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800" b="1" kern="1200" dirty="0"/>
            <a:t>인지기능</a:t>
          </a:r>
          <a:r>
            <a:rPr lang="ko-KR" altLang="en-US" sz="1800" kern="1200" dirty="0"/>
            <a:t> </a:t>
          </a:r>
          <a:r>
            <a:rPr lang="en-US" altLang="ko-KR" sz="1800" kern="1200" dirty="0"/>
            <a:t>: </a:t>
          </a:r>
          <a:r>
            <a:rPr lang="ko-KR" altLang="en-US" sz="1800" kern="1200" dirty="0"/>
            <a:t>기억력</a:t>
          </a:r>
          <a:r>
            <a:rPr lang="en-US" altLang="ko-KR" sz="1800" kern="1200" dirty="0"/>
            <a:t>, </a:t>
          </a:r>
          <a:r>
            <a:rPr lang="ko-KR" altLang="en-US" sz="1800" kern="1200" dirty="0"/>
            <a:t>집중력</a:t>
          </a:r>
        </a:p>
      </dsp:txBody>
      <dsp:txXfrm>
        <a:off x="1193602" y="3345419"/>
        <a:ext cx="4358036" cy="787157"/>
      </dsp:txXfrm>
    </dsp:sp>
    <dsp:sp modelId="{2407821B-53A1-4048-A13F-23EAD885A0ED}">
      <dsp:nvSpPr>
        <dsp:cNvPr id="0" name=""/>
        <dsp:cNvSpPr/>
      </dsp:nvSpPr>
      <dsp:spPr>
        <a:xfrm>
          <a:off x="1110327" y="4132577"/>
          <a:ext cx="4441311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DECD41D-7C55-4E20-8384-C66B5BAE8270}">
      <dsp:nvSpPr>
        <dsp:cNvPr id="0" name=""/>
        <dsp:cNvSpPr/>
      </dsp:nvSpPr>
      <dsp:spPr>
        <a:xfrm>
          <a:off x="1193602" y="4171935"/>
          <a:ext cx="4358036" cy="7871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800" b="1" kern="1200" dirty="0"/>
            <a:t>마음 챙김</a:t>
          </a:r>
          <a:r>
            <a:rPr lang="ko-KR" altLang="en-US" sz="1800" kern="1200" dirty="0"/>
            <a:t> </a:t>
          </a:r>
          <a:r>
            <a:rPr lang="en-US" altLang="ko-KR" sz="1800" kern="1200" dirty="0"/>
            <a:t>: </a:t>
          </a:r>
          <a:r>
            <a:rPr lang="ko-KR" altLang="en-US" sz="1800" kern="1200" dirty="0"/>
            <a:t>명상</a:t>
          </a:r>
          <a:r>
            <a:rPr lang="en-US" altLang="ko-KR" sz="1800" kern="1200" dirty="0"/>
            <a:t>, </a:t>
          </a:r>
          <a:r>
            <a:rPr lang="ko-KR" altLang="en-US" sz="1800" kern="1200" dirty="0"/>
            <a:t>호흡</a:t>
          </a:r>
        </a:p>
      </dsp:txBody>
      <dsp:txXfrm>
        <a:off x="1193602" y="4171935"/>
        <a:ext cx="4358036" cy="787157"/>
      </dsp:txXfrm>
    </dsp:sp>
    <dsp:sp modelId="{5FB31AD7-45E6-455F-A4A5-69044B4D9AC7}">
      <dsp:nvSpPr>
        <dsp:cNvPr id="0" name=""/>
        <dsp:cNvSpPr/>
      </dsp:nvSpPr>
      <dsp:spPr>
        <a:xfrm>
          <a:off x="1110327" y="4959093"/>
          <a:ext cx="4441311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EE14C3-D368-4EF8-8039-3B181507612F}" type="datetimeFigureOut">
              <a:rPr lang="ko-KR" altLang="en-US" smtClean="0"/>
              <a:t>2025-10-14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F0FC54-A81D-4276-9B30-58BB8EF511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64789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F0FC54-A81D-4276-9B30-58BB8EF5118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05838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HF</a:t>
            </a:r>
            <a:r>
              <a:rPr lang="ko-KR" altLang="en-US" dirty="0"/>
              <a:t>는 </a:t>
            </a:r>
            <a:r>
              <a:rPr lang="en-US" altLang="ko-KR" dirty="0"/>
              <a:t>Heart finder</a:t>
            </a:r>
            <a:r>
              <a:rPr lang="ko-KR" altLang="en-US" dirty="0"/>
              <a:t>의 약자로</a:t>
            </a:r>
            <a:r>
              <a:rPr lang="en-US" altLang="ko-KR" dirty="0"/>
              <a:t>, </a:t>
            </a:r>
            <a:r>
              <a:rPr lang="ko-KR" altLang="en-US" dirty="0"/>
              <a:t>상담 초기 사용자의 감정 선호를 </a:t>
            </a:r>
            <a:r>
              <a:rPr lang="ko-KR" altLang="en-US" dirty="0" err="1"/>
              <a:t>정량화하는</a:t>
            </a:r>
            <a:r>
              <a:rPr lang="ko-KR" altLang="en-US" dirty="0"/>
              <a:t> 단계입니다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즉</a:t>
            </a:r>
            <a:r>
              <a:rPr lang="en-US" altLang="ko-KR" dirty="0"/>
              <a:t>, “</a:t>
            </a:r>
            <a:r>
              <a:rPr lang="ko-KR" altLang="en-US" dirty="0"/>
              <a:t>어떤 말투와 주제의 대화를 </a:t>
            </a:r>
            <a:r>
              <a:rPr lang="ko-KR" altLang="en-US" dirty="0" err="1"/>
              <a:t>선호하는가”를</a:t>
            </a:r>
            <a:r>
              <a:rPr lang="ko-KR" altLang="en-US" dirty="0"/>
              <a:t> 파악하여 이후 </a:t>
            </a:r>
            <a:r>
              <a:rPr lang="en-US" altLang="ko-KR" dirty="0"/>
              <a:t>AI </a:t>
            </a:r>
            <a:r>
              <a:rPr lang="ko-KR" altLang="en-US" dirty="0"/>
              <a:t>상담 단계</a:t>
            </a:r>
            <a:r>
              <a:rPr lang="en-US" altLang="ko-KR" dirty="0"/>
              <a:t>(LT, MS)</a:t>
            </a:r>
            <a:r>
              <a:rPr lang="ko-KR" altLang="en-US" dirty="0"/>
              <a:t>의 맞춤형 대화 톤 설정에 사용됩니다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HF </a:t>
            </a:r>
            <a:r>
              <a:rPr lang="ko-KR" altLang="en-US" dirty="0"/>
              <a:t>설문은 ‘</a:t>
            </a:r>
            <a:r>
              <a:rPr lang="ko-KR" altLang="en-US" dirty="0" err="1"/>
              <a:t>대화방식’과</a:t>
            </a:r>
            <a:r>
              <a:rPr lang="ko-KR" altLang="en-US" dirty="0"/>
              <a:t> ‘대화주제’ 두 축으로 구성됩니다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사용자는 각각 </a:t>
            </a:r>
            <a:r>
              <a:rPr lang="en-US" altLang="ko-KR" dirty="0"/>
              <a:t>30</a:t>
            </a:r>
            <a:r>
              <a:rPr lang="ko-KR" altLang="en-US" dirty="0" err="1"/>
              <a:t>문항씩</a:t>
            </a:r>
            <a:r>
              <a:rPr lang="ko-KR" altLang="en-US" dirty="0"/>
              <a:t> 총 </a:t>
            </a:r>
            <a:r>
              <a:rPr lang="en-US" altLang="ko-KR" dirty="0"/>
              <a:t>60</a:t>
            </a:r>
            <a:r>
              <a:rPr lang="ko-KR" altLang="en-US" dirty="0"/>
              <a:t>문항을 응답하며</a:t>
            </a:r>
            <a:r>
              <a:rPr lang="en-US" altLang="ko-KR" dirty="0"/>
              <a:t>, </a:t>
            </a:r>
            <a:r>
              <a:rPr lang="ko-KR" altLang="en-US" dirty="0"/>
              <a:t>선택지를 통해서 점수로 치환하여 정량화를 진행합니다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F0FC54-A81D-4276-9B30-58BB8EF51188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66828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대화방식과 대화주제는 각각 </a:t>
            </a:r>
            <a:r>
              <a:rPr lang="en-US" altLang="ko-KR" dirty="0"/>
              <a:t>6</a:t>
            </a:r>
            <a:r>
              <a:rPr lang="ko-KR" altLang="en-US" dirty="0"/>
              <a:t>개의 영역으로 설계하였습니다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대화방식에는 공감형</a:t>
            </a:r>
            <a:r>
              <a:rPr lang="en-US" altLang="ko-KR" dirty="0"/>
              <a:t>, </a:t>
            </a:r>
            <a:r>
              <a:rPr lang="ko-KR" altLang="en-US" dirty="0"/>
              <a:t>격려형</a:t>
            </a:r>
            <a:r>
              <a:rPr lang="en-US" altLang="ko-KR" dirty="0"/>
              <a:t>, </a:t>
            </a:r>
            <a:r>
              <a:rPr lang="ko-KR" altLang="en-US" dirty="0"/>
              <a:t>논리형</a:t>
            </a:r>
            <a:r>
              <a:rPr lang="en-US" altLang="ko-KR" dirty="0"/>
              <a:t>, </a:t>
            </a:r>
            <a:r>
              <a:rPr lang="ko-KR" altLang="en-US" dirty="0"/>
              <a:t>창의형</a:t>
            </a:r>
            <a:r>
              <a:rPr lang="en-US" altLang="ko-KR" dirty="0"/>
              <a:t>, </a:t>
            </a:r>
            <a:r>
              <a:rPr lang="ko-KR" altLang="en-US" dirty="0"/>
              <a:t>차분형</a:t>
            </a:r>
            <a:r>
              <a:rPr lang="en-US" altLang="ko-KR" dirty="0"/>
              <a:t>, </a:t>
            </a:r>
            <a:r>
              <a:rPr lang="ko-KR" altLang="en-US" dirty="0"/>
              <a:t>직설형으로 </a:t>
            </a:r>
            <a:r>
              <a:rPr lang="ko-KR" altLang="en-US" dirty="0" err="1"/>
              <a:t>구성되어있고</a:t>
            </a:r>
            <a:endParaRPr lang="en-US" altLang="ko-KR" dirty="0"/>
          </a:p>
          <a:p>
            <a:r>
              <a:rPr lang="ko-KR" altLang="en-US" dirty="0"/>
              <a:t>대화주제에는 자기인식</a:t>
            </a:r>
            <a:r>
              <a:rPr lang="en-US" altLang="ko-KR" dirty="0"/>
              <a:t>, </a:t>
            </a:r>
            <a:r>
              <a:rPr lang="ko-KR" altLang="en-US" dirty="0"/>
              <a:t>대인관계</a:t>
            </a:r>
            <a:r>
              <a:rPr lang="en-US" altLang="ko-KR" dirty="0"/>
              <a:t>, </a:t>
            </a:r>
            <a:r>
              <a:rPr lang="ko-KR" altLang="en-US" dirty="0"/>
              <a:t>회복력</a:t>
            </a:r>
            <a:r>
              <a:rPr lang="en-US" altLang="ko-KR" dirty="0"/>
              <a:t>, </a:t>
            </a:r>
            <a:r>
              <a:rPr lang="ko-KR" altLang="en-US" dirty="0"/>
              <a:t>긍정습관</a:t>
            </a:r>
            <a:r>
              <a:rPr lang="en-US" altLang="ko-KR" dirty="0"/>
              <a:t>, </a:t>
            </a:r>
            <a:r>
              <a:rPr lang="ko-KR" altLang="en-US" dirty="0"/>
              <a:t>인지기능</a:t>
            </a:r>
            <a:r>
              <a:rPr lang="en-US" altLang="ko-KR" dirty="0"/>
              <a:t>, </a:t>
            </a:r>
            <a:r>
              <a:rPr lang="ko-KR" altLang="en-US" dirty="0" err="1"/>
              <a:t>마음챙김으로</a:t>
            </a:r>
            <a:r>
              <a:rPr lang="ko-KR" altLang="en-US" dirty="0"/>
              <a:t> </a:t>
            </a:r>
            <a:r>
              <a:rPr lang="ko-KR" altLang="en-US" dirty="0" err="1"/>
              <a:t>구성되어있습니다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F0FC54-A81D-4276-9B30-58BB8EF51188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79661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각 문항의 점수는 유형별로 합산되며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최고 점수는 주 성향</a:t>
            </a:r>
            <a:r>
              <a:rPr lang="en-US" altLang="ko-KR" dirty="0"/>
              <a:t>(Primary), </a:t>
            </a:r>
            <a:r>
              <a:rPr lang="ko-KR" altLang="en-US" dirty="0"/>
              <a:t>다음은 보조 성향</a:t>
            </a:r>
            <a:r>
              <a:rPr lang="en-US" altLang="ko-KR" dirty="0"/>
              <a:t>(Secondary)</a:t>
            </a:r>
            <a:r>
              <a:rPr lang="ko-KR" altLang="en-US" dirty="0"/>
              <a:t>으로 분류됩니다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이후 </a:t>
            </a:r>
            <a:r>
              <a:rPr lang="en-US" altLang="ko-KR" dirty="0"/>
              <a:t>Radar Chart</a:t>
            </a:r>
            <a:r>
              <a:rPr lang="ko-KR" altLang="en-US" dirty="0"/>
              <a:t>를 통해 각 성향의 강도를 시각적으로 표현합니다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레이더 차트는 </a:t>
            </a:r>
            <a:r>
              <a:rPr lang="en-US" altLang="ko-KR" dirty="0"/>
              <a:t>6</a:t>
            </a:r>
            <a:r>
              <a:rPr lang="ko-KR" altLang="en-US" dirty="0"/>
              <a:t>축으로 구성되어 있으며</a:t>
            </a:r>
            <a:r>
              <a:rPr lang="en-US" altLang="ko-KR" dirty="0"/>
              <a:t>, </a:t>
            </a:r>
            <a:r>
              <a:rPr lang="ko-KR" altLang="en-US" dirty="0"/>
              <a:t>각 축은 한 가지 성향을 나타냅니다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이를 통해 사용자의 감정적</a:t>
            </a:r>
            <a:r>
              <a:rPr lang="en-US" altLang="ko-KR" dirty="0"/>
              <a:t>·</a:t>
            </a:r>
            <a:r>
              <a:rPr lang="ko-KR" altLang="en-US" dirty="0"/>
              <a:t>인지적 균형도를 한눈에 볼 수 있습니다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F0FC54-A81D-4276-9B30-58BB8EF5118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53275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n-US" altLang="ko-KR" dirty="0"/>
            </a:b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F0FC54-A81D-4276-9B30-58BB8EF51188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48605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F0FC54-A81D-4276-9B30-58BB8EF51188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96407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1F7D66-AB99-0ACF-2D21-EE672D75D7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ECCCF47-53A1-D2C2-0CC5-12455623CF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735126E-8261-6038-A9F3-0764A270A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B06FF-98C5-4D5B-A62B-B5E45405C13E}" type="datetimeFigureOut">
              <a:rPr lang="ko-KR" altLang="en-US" smtClean="0"/>
              <a:t>2025-10-14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8898B92-2FB8-1709-E7A3-1FC253706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9D75AEC-E371-0B6B-ABD8-575ABABF7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35E52-4AE8-4FCA-97DC-3941D29174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84779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92B20C-F3A1-D6B8-617A-40FE01180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3AD8B33-EF81-1691-948D-B5BE7261FC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A12C444-33CE-EA96-1151-706385B4F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B06FF-98C5-4D5B-A62B-B5E45405C13E}" type="datetimeFigureOut">
              <a:rPr lang="ko-KR" altLang="en-US" smtClean="0"/>
              <a:t>2025-10-14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B881DC6-6365-8CE3-415E-30221A86E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C760CD9-7AF0-1FD3-1B3D-1A1FA89D1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35E52-4AE8-4FCA-97DC-3941D29174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01934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EA0AFC-8459-6C39-779A-C75B9BAAE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222F5A4-2B97-A118-E176-D4A906F3F4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1E46379-1858-97C0-5C85-C19FF528F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B06FF-98C5-4D5B-A62B-B5E45405C13E}" type="datetimeFigureOut">
              <a:rPr lang="ko-KR" altLang="en-US" smtClean="0"/>
              <a:t>2025-10-14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CADA184-7E22-1C5A-8A3B-224B14FEA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0989D22-1AAE-CB3C-B43D-F15626EA0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35E52-4AE8-4FCA-97DC-3941D29174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03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E2264D-C3EB-1228-28C0-25E0A2F846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BB81D72-1BA1-0733-8964-EB695A2B68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1F83431-16C9-8156-C973-556D84E060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5ACC688-55B9-F982-A632-3FD8FFB62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B06FF-98C5-4D5B-A62B-B5E45405C13E}" type="datetimeFigureOut">
              <a:rPr lang="ko-KR" altLang="en-US" smtClean="0"/>
              <a:t>2025-10-14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5D8F416-432A-F5BE-5868-216EE6C6AB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7D8390C-08E7-733E-99A1-9F5F89CD7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35E52-4AE8-4FCA-97DC-3941D29174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15598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CA39A8-3FB2-083D-263D-30004D1DC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AFA5E11-AEBA-E614-20DE-0F0010A77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CEDA15E-B87E-0425-B00A-76097C6634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58837D1-C008-AD20-23B4-1688EA9A1E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A8CB83D-0EDD-73F4-BAB2-C4322018FD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34AB0AF-8927-E241-A317-6C06B0EC92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B06FF-98C5-4D5B-A62B-B5E45405C13E}" type="datetimeFigureOut">
              <a:rPr lang="ko-KR" altLang="en-US" smtClean="0"/>
              <a:t>2025-10-14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0430FFC-C75E-797D-0C8F-7D0117AB6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1137828-4E54-9A2B-9746-9BF72B05F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35E52-4AE8-4FCA-97DC-3941D29174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63983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990A0A-8707-3646-E3E7-9791D595B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4467DBA-D3D0-CE8C-D3B6-57E1AE089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B06FF-98C5-4D5B-A62B-B5E45405C13E}" type="datetimeFigureOut">
              <a:rPr lang="ko-KR" altLang="en-US" smtClean="0"/>
              <a:t>2025-10-14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8FCD45F-30CB-4D85-D35F-240B61503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0A61819-07F6-DD9B-A117-D75C74321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35E52-4AE8-4FCA-97DC-3941D29174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05930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86C1C83-3306-73E6-DFAB-4DDE38549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B06FF-98C5-4D5B-A62B-B5E45405C13E}" type="datetimeFigureOut">
              <a:rPr lang="ko-KR" altLang="en-US" smtClean="0"/>
              <a:t>2025-10-14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D7CE930-ABF1-DAF5-EE07-F341549B4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C04F2E2-6925-C012-37E4-5623AD71B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35E52-4AE8-4FCA-97DC-3941D29174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06086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CF44B4-DDC6-12F5-A0CC-7788ACEDC7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EF300ED-87DD-07D7-7157-03DCC743B7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52A39DF-6EEA-A804-FC12-932A8F1FEF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1ADDE0D-950A-04F3-FB36-032354600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B06FF-98C5-4D5B-A62B-B5E45405C13E}" type="datetimeFigureOut">
              <a:rPr lang="ko-KR" altLang="en-US" smtClean="0"/>
              <a:t>2025-10-14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3492044-75FD-7B5F-075E-92DB27942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0354425-B2CD-7029-EE6A-1D0103C76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35E52-4AE8-4FCA-97DC-3941D29174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79719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B53964-29BB-351F-561B-4C0C44A760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3973C2E-981F-8DCD-0EDE-C83AC0CF25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E39A6DA-6BD4-861D-51A5-7E3EBFE836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78A2A51-4D2F-CDDA-C5AF-B5B6457A2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B06FF-98C5-4D5B-A62B-B5E45405C13E}" type="datetimeFigureOut">
              <a:rPr lang="ko-KR" altLang="en-US" smtClean="0"/>
              <a:t>2025-10-14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DED56D0-6F17-6FCE-8A63-6E2DA3A1A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8BACA39-62B1-623D-065A-53043850A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35E52-4AE8-4FCA-97DC-3941D29174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30512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1E038C-1B59-0CD6-D289-39E476F1D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4E9B710-0E39-057E-2737-AA781B2B89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8B5BEB7-B7FC-57D0-A184-292ACC254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B06FF-98C5-4D5B-A62B-B5E45405C13E}" type="datetimeFigureOut">
              <a:rPr lang="ko-KR" altLang="en-US" smtClean="0"/>
              <a:t>2025-10-14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818A2AF-EFCB-A2E9-00BD-86561867B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3644EA1-103C-4C00-3C24-A57C8CCE4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35E52-4AE8-4FCA-97DC-3941D29174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77984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1814687-539F-12EC-1180-71199BF24E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C04BCB0-B71E-7EF2-B323-63DB2527DB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F24D134-11F5-B3F4-5ABE-D749B4C7C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B06FF-98C5-4D5B-A62B-B5E45405C13E}" type="datetimeFigureOut">
              <a:rPr lang="ko-KR" altLang="en-US" smtClean="0"/>
              <a:t>2025-10-14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DB10750-AAAD-9B5F-13FD-E69617B9F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C70D99C-3F38-7608-531F-CF9C9125B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35E52-4AE8-4FCA-97DC-3941D29174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32270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12C293C-B636-BCB7-839E-FF390DAC4C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3B95072-D6C3-AA95-9D18-E1522B56A5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F5C1FB2-FAD4-11AA-A09B-F339258D8C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8B06FF-98C5-4D5B-A62B-B5E45405C13E}" type="datetimeFigureOut">
              <a:rPr lang="ko-KR" altLang="en-US" smtClean="0"/>
              <a:t>2025-10-14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1C18997-7F4F-E405-5E56-F9B78BE148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C354EB2-114B-691D-6F22-D329CD5E49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235E52-4AE8-4FCA-97DC-3941D29174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45991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.xm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11" Type="http://schemas.openxmlformats.org/officeDocument/2006/relationships/diagramColors" Target="../diagrams/colors2.xml"/><Relationship Id="rId5" Type="http://schemas.openxmlformats.org/officeDocument/2006/relationships/diagramQuickStyle" Target="../diagrams/quickStyle1.xml"/><Relationship Id="rId10" Type="http://schemas.openxmlformats.org/officeDocument/2006/relationships/diagramQuickStyle" Target="../diagrams/quickStyle2.xml"/><Relationship Id="rId4" Type="http://schemas.openxmlformats.org/officeDocument/2006/relationships/diagramLayout" Target="../diagrams/layout1.xml"/><Relationship Id="rId9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media" Target="../media/media2.mp3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6.png"/><Relationship Id="rId5" Type="http://schemas.openxmlformats.org/officeDocument/2006/relationships/slideLayout" Target="../slideLayouts/slideLayout7.xml"/><Relationship Id="rId4" Type="http://schemas.openxmlformats.org/officeDocument/2006/relationships/audio" Target="../media/media2.mp3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C85EE3F-2648-C62F-9CB6-7742140D52F6}"/>
              </a:ext>
            </a:extLst>
          </p:cNvPr>
          <p:cNvSpPr txBox="1"/>
          <p:nvPr/>
        </p:nvSpPr>
        <p:spPr>
          <a:xfrm>
            <a:off x="4643034" y="4669817"/>
            <a:ext cx="2905932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500" b="1">
                <a:latin typeface="times nw roman"/>
              </a:rPr>
              <a:t>COGNITION</a:t>
            </a:r>
            <a:endParaRPr lang="ko-KR" altLang="en-US" sz="3500" b="1" dirty="0">
              <a:latin typeface="times nw roman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4320A50-86D5-B3F5-594D-4B397345B3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494381"/>
            <a:ext cx="4876800" cy="487680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0BE8A34E-C97F-F499-6AF4-7E1E79A890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0132" y="1956111"/>
            <a:ext cx="1784000" cy="178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83104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080E8E-013E-E0E8-059A-872093AC42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071D0DF-9FC2-9449-84AE-87726829B46C}"/>
              </a:ext>
            </a:extLst>
          </p:cNvPr>
          <p:cNvSpPr txBox="1"/>
          <p:nvPr/>
        </p:nvSpPr>
        <p:spPr>
          <a:xfrm>
            <a:off x="428879" y="291314"/>
            <a:ext cx="1780247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b="1" dirty="0"/>
              <a:t>HF</a:t>
            </a:r>
            <a:r>
              <a:rPr lang="en-US" altLang="ko-KR" b="1"/>
              <a:t>: </a:t>
            </a:r>
            <a:r>
              <a:rPr lang="ko-KR" altLang="en-US" b="1" dirty="0"/>
              <a:t>마음발굴기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B71C67-5063-ACBF-3240-ADF1041591C9}"/>
              </a:ext>
            </a:extLst>
          </p:cNvPr>
          <p:cNvSpPr txBox="1"/>
          <p:nvPr/>
        </p:nvSpPr>
        <p:spPr>
          <a:xfrm>
            <a:off x="266700" y="1305341"/>
            <a:ext cx="11410435" cy="4001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fontAlgn="base"/>
            <a:r>
              <a:rPr lang="en-US" altLang="ko-KR" sz="2000" b="1" dirty="0"/>
              <a:t>- HF ( Herat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Finder )</a:t>
            </a:r>
          </a:p>
          <a:p>
            <a:pPr lvl="0" fontAlgn="base"/>
            <a:endParaRPr lang="en-US" altLang="ko-KR" dirty="0"/>
          </a:p>
          <a:p>
            <a:pPr lvl="0" fontAlgn="base"/>
            <a:r>
              <a:rPr lang="ko-KR" altLang="en-US" b="1" dirty="0"/>
              <a:t>사용자의 감정형 대화 선호도를 파악하는 초기 프로파일링 과정</a:t>
            </a:r>
            <a:endParaRPr lang="en-US" altLang="ko-KR" b="1" dirty="0"/>
          </a:p>
          <a:p>
            <a:pPr lvl="0" fontAlgn="base"/>
            <a:endParaRPr lang="en-US" altLang="ko-KR" dirty="0"/>
          </a:p>
          <a:p>
            <a:pPr lvl="0" fontAlgn="base"/>
            <a:r>
              <a:rPr lang="ko-KR" altLang="en-US" dirty="0"/>
              <a:t>상담 시 어떤 말투</a:t>
            </a:r>
            <a:r>
              <a:rPr lang="en-US" altLang="ko-KR" dirty="0"/>
              <a:t>, </a:t>
            </a:r>
            <a:r>
              <a:rPr lang="ko-KR" altLang="en-US" dirty="0"/>
              <a:t>주제를 선호하는지를 </a:t>
            </a:r>
            <a:r>
              <a:rPr lang="ko-KR" altLang="en-US" dirty="0" err="1"/>
              <a:t>정량화하여</a:t>
            </a:r>
            <a:r>
              <a:rPr lang="ko-KR" altLang="en-US" dirty="0"/>
              <a:t> </a:t>
            </a:r>
            <a:r>
              <a:rPr lang="en-US" altLang="ko-KR" dirty="0"/>
              <a:t>AI </a:t>
            </a:r>
            <a:r>
              <a:rPr lang="ko-KR" altLang="en-US" dirty="0"/>
              <a:t>상담모델의 </a:t>
            </a:r>
            <a:r>
              <a:rPr lang="en-US" altLang="ko-KR" dirty="0"/>
              <a:t>tone &amp; topic </a:t>
            </a:r>
            <a:r>
              <a:rPr lang="ko-KR" altLang="en-US" dirty="0"/>
              <a:t>설정에 반영</a:t>
            </a:r>
            <a:endParaRPr lang="en-US" altLang="ko-KR" dirty="0"/>
          </a:p>
          <a:p>
            <a:pPr lvl="0" fontAlgn="base"/>
            <a:endParaRPr lang="en-US" altLang="ko-KR" dirty="0"/>
          </a:p>
          <a:p>
            <a:pPr lvl="0" fontAlgn="base"/>
            <a:endParaRPr lang="en-US" altLang="ko-KR" dirty="0"/>
          </a:p>
          <a:p>
            <a:pPr lvl="0" fontAlgn="base"/>
            <a:endParaRPr lang="en-US" altLang="ko-KR" dirty="0"/>
          </a:p>
          <a:p>
            <a:pPr fontAlgn="base"/>
            <a:r>
              <a:rPr lang="ko-KR" altLang="en-US" dirty="0"/>
              <a:t> </a:t>
            </a:r>
            <a:r>
              <a:rPr lang="en-US" altLang="ko-KR" sz="1800" b="1" dirty="0"/>
              <a:t>- </a:t>
            </a:r>
            <a:r>
              <a:rPr lang="ko-KR" altLang="en-US" sz="1800" b="1" dirty="0"/>
              <a:t>설문 방식</a:t>
            </a:r>
            <a:endParaRPr lang="en-US" altLang="ko-KR" sz="1800" b="1" dirty="0"/>
          </a:p>
          <a:p>
            <a:pPr lvl="0" fontAlgn="base"/>
            <a:endParaRPr lang="en-US" altLang="ko-KR" dirty="0"/>
          </a:p>
          <a:p>
            <a:pPr fontAlgn="base"/>
            <a:r>
              <a:rPr lang="ko-KR" altLang="en-US" b="1" dirty="0"/>
              <a:t>대화 방식 </a:t>
            </a:r>
            <a:r>
              <a:rPr lang="en-US" altLang="ko-KR" b="1" dirty="0"/>
              <a:t>30 </a:t>
            </a:r>
            <a:r>
              <a:rPr lang="ko-KR" altLang="en-US" b="1" dirty="0"/>
              <a:t>문항 </a:t>
            </a:r>
            <a:r>
              <a:rPr lang="en-US" altLang="ko-KR" b="1" dirty="0"/>
              <a:t>+ </a:t>
            </a:r>
            <a:r>
              <a:rPr lang="ko-KR" altLang="en-US" b="1" dirty="0"/>
              <a:t>대화 주제 </a:t>
            </a:r>
            <a:r>
              <a:rPr lang="en-US" altLang="ko-KR" b="1" dirty="0"/>
              <a:t>30</a:t>
            </a:r>
            <a:r>
              <a:rPr lang="ko-KR" altLang="en-US" b="1" dirty="0"/>
              <a:t>문항</a:t>
            </a:r>
            <a:endParaRPr lang="en-US" altLang="ko-KR" b="1" dirty="0"/>
          </a:p>
          <a:p>
            <a:pPr fontAlgn="base"/>
            <a:endParaRPr lang="en-US" altLang="ko-KR" dirty="0"/>
          </a:p>
          <a:p>
            <a:pPr fontAlgn="base"/>
            <a:r>
              <a:rPr lang="ko-KR" altLang="en-US" dirty="0"/>
              <a:t>질문지를 읽고 선택지 </a:t>
            </a:r>
            <a:r>
              <a:rPr lang="en-US" altLang="ko-KR" dirty="0"/>
              <a:t>(</a:t>
            </a:r>
            <a:r>
              <a:rPr lang="ko-KR" altLang="en-US" dirty="0"/>
              <a:t> 전혀 아니다 </a:t>
            </a:r>
            <a:r>
              <a:rPr lang="en-US" altLang="ko-KR" dirty="0"/>
              <a:t>~ </a:t>
            </a:r>
            <a:r>
              <a:rPr lang="ko-KR" altLang="en-US" dirty="0"/>
              <a:t>매우 그렇다 </a:t>
            </a:r>
            <a:r>
              <a:rPr lang="en-US" altLang="ko-KR" dirty="0"/>
              <a:t>) </a:t>
            </a:r>
            <a:r>
              <a:rPr lang="ko-KR" altLang="en-US" dirty="0"/>
              <a:t>를 통해서 점수로 치환하여 정량화 하였습니다</a:t>
            </a:r>
            <a:r>
              <a:rPr lang="en-US" altLang="ko-KR" dirty="0"/>
              <a:t>. </a:t>
            </a:r>
          </a:p>
          <a:p>
            <a:pPr lvl="0" fontAlgn="base"/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1895309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080E8E-013E-E0E8-059A-872093AC42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071D0DF-9FC2-9449-84AE-87726829B46C}"/>
              </a:ext>
            </a:extLst>
          </p:cNvPr>
          <p:cNvSpPr txBox="1"/>
          <p:nvPr/>
        </p:nvSpPr>
        <p:spPr>
          <a:xfrm>
            <a:off x="428879" y="291314"/>
            <a:ext cx="1780247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b="1" dirty="0"/>
              <a:t>HF</a:t>
            </a:r>
            <a:r>
              <a:rPr lang="en-US" altLang="ko-KR" b="1"/>
              <a:t>: </a:t>
            </a:r>
            <a:r>
              <a:rPr lang="ko-KR" altLang="en-US" b="1" dirty="0"/>
              <a:t>마음발굴기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0E538B81-248B-2801-3A25-156E0F8C45B4}"/>
              </a:ext>
            </a:extLst>
          </p:cNvPr>
          <p:cNvGrpSpPr/>
          <p:nvPr/>
        </p:nvGrpSpPr>
        <p:grpSpPr>
          <a:xfrm>
            <a:off x="266700" y="1336119"/>
            <a:ext cx="5551639" cy="5521881"/>
            <a:chOff x="266700" y="1336119"/>
            <a:chExt cx="5551639" cy="5521881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F6B71C67-5063-ACBF-3240-ADF1041591C9}"/>
                </a:ext>
              </a:extLst>
            </p:cNvPr>
            <p:cNvSpPr txBox="1"/>
            <p:nvPr/>
          </p:nvSpPr>
          <p:spPr>
            <a:xfrm>
              <a:off x="266700" y="1336119"/>
              <a:ext cx="232821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fontAlgn="base"/>
              <a:r>
                <a:rPr lang="ko-KR" altLang="en-US" sz="2000" b="1" dirty="0"/>
                <a:t>대화 방식 분류</a:t>
              </a:r>
              <a:endParaRPr lang="en-US" altLang="ko-KR" sz="2000" b="1" dirty="0"/>
            </a:p>
          </p:txBody>
        </p:sp>
        <p:graphicFrame>
          <p:nvGraphicFramePr>
            <p:cNvPr id="5" name="다이어그램 4">
              <a:extLst>
                <a:ext uri="{FF2B5EF4-FFF2-40B4-BE49-F238E27FC236}">
                  <a16:creationId xmlns:a16="http://schemas.microsoft.com/office/drawing/2014/main" id="{3D79B2A0-7F83-3239-11C7-3FA40E817F79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55870365"/>
                </p:ext>
              </p:extLst>
            </p:nvPr>
          </p:nvGraphicFramePr>
          <p:xfrm>
            <a:off x="266700" y="1859244"/>
            <a:ext cx="5551639" cy="4998756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3" r:lo="rId4" r:qs="rId5" r:cs="rId6"/>
            </a:graphicData>
          </a:graphic>
        </p:graphicFrame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5C5C2CE6-02F7-B834-453E-FCECD7560A20}"/>
              </a:ext>
            </a:extLst>
          </p:cNvPr>
          <p:cNvGrpSpPr/>
          <p:nvPr/>
        </p:nvGrpSpPr>
        <p:grpSpPr>
          <a:xfrm>
            <a:off x="5973096" y="1336119"/>
            <a:ext cx="5551639" cy="5521881"/>
            <a:chOff x="266700" y="1336119"/>
            <a:chExt cx="5551639" cy="5521881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951E0B8-D341-60E4-DBC9-BF4DF41A6BED}"/>
                </a:ext>
              </a:extLst>
            </p:cNvPr>
            <p:cNvSpPr txBox="1"/>
            <p:nvPr/>
          </p:nvSpPr>
          <p:spPr>
            <a:xfrm>
              <a:off x="266700" y="1336119"/>
              <a:ext cx="232821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fontAlgn="base"/>
              <a:r>
                <a:rPr lang="ko-KR" altLang="en-US" sz="2000" b="1" dirty="0"/>
                <a:t>대화 주제 분류</a:t>
              </a:r>
              <a:endParaRPr lang="en-US" altLang="ko-KR" sz="2000" b="1" dirty="0"/>
            </a:p>
          </p:txBody>
        </p:sp>
        <p:graphicFrame>
          <p:nvGraphicFramePr>
            <p:cNvPr id="9" name="다이어그램 8">
              <a:extLst>
                <a:ext uri="{FF2B5EF4-FFF2-40B4-BE49-F238E27FC236}">
                  <a16:creationId xmlns:a16="http://schemas.microsoft.com/office/drawing/2014/main" id="{14C93649-7652-44D6-323A-FA0D539971CC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597181139"/>
                </p:ext>
              </p:extLst>
            </p:nvPr>
          </p:nvGraphicFramePr>
          <p:xfrm>
            <a:off x="266700" y="1859244"/>
            <a:ext cx="5551639" cy="4998756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8" r:lo="rId9" r:qs="rId10" r:cs="rId11"/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42274488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080E8E-013E-E0E8-059A-872093AC42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071D0DF-9FC2-9449-84AE-87726829B46C}"/>
              </a:ext>
            </a:extLst>
          </p:cNvPr>
          <p:cNvSpPr txBox="1"/>
          <p:nvPr/>
        </p:nvSpPr>
        <p:spPr>
          <a:xfrm>
            <a:off x="428879" y="291314"/>
            <a:ext cx="1780247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b="1" dirty="0"/>
              <a:t>HF</a:t>
            </a:r>
            <a:r>
              <a:rPr lang="en-US" altLang="ko-KR" b="1"/>
              <a:t>: </a:t>
            </a:r>
            <a:r>
              <a:rPr lang="ko-KR" altLang="en-US" b="1" dirty="0"/>
              <a:t>마음발굴기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25CFA3-DC4E-5E4D-B5A0-1F0159746C91}"/>
              </a:ext>
            </a:extLst>
          </p:cNvPr>
          <p:cNvSpPr txBox="1"/>
          <p:nvPr/>
        </p:nvSpPr>
        <p:spPr>
          <a:xfrm>
            <a:off x="266700" y="1305341"/>
            <a:ext cx="539269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fontAlgn="base"/>
            <a:r>
              <a:rPr lang="en-US" altLang="ko-KR" sz="2000" b="1" dirty="0"/>
              <a:t>- </a:t>
            </a:r>
            <a:r>
              <a:rPr lang="ko-KR" altLang="en-US" sz="2000" b="1" dirty="0"/>
              <a:t>점수 산출 방식</a:t>
            </a:r>
            <a:endParaRPr lang="en-US" altLang="ko-KR" sz="2000" b="1" dirty="0"/>
          </a:p>
          <a:p>
            <a:pPr lvl="0" fontAlgn="base"/>
            <a:endParaRPr lang="en-US" altLang="ko-KR" sz="2000" b="1" dirty="0"/>
          </a:p>
          <a:p>
            <a:pPr lvl="0" fontAlgn="base"/>
            <a:endParaRPr lang="en-US" altLang="ko-KR" sz="2000" b="1" dirty="0"/>
          </a:p>
          <a:p>
            <a:pPr lvl="0" fontAlgn="base"/>
            <a:endParaRPr lang="en-US" altLang="ko-KR" sz="2000" b="1" dirty="0"/>
          </a:p>
          <a:p>
            <a:pPr lvl="0" fontAlgn="base"/>
            <a:endParaRPr lang="en-US" altLang="ko-KR" sz="2000" b="1" dirty="0"/>
          </a:p>
          <a:p>
            <a:pPr lvl="0" fontAlgn="base"/>
            <a:endParaRPr lang="en-US" altLang="ko-KR" sz="2000" b="1" dirty="0"/>
          </a:p>
          <a:p>
            <a:pPr lvl="0" fontAlgn="base"/>
            <a:endParaRPr lang="en-US" altLang="ko-KR" sz="2000" b="1" dirty="0"/>
          </a:p>
          <a:p>
            <a:pPr lvl="0" fontAlgn="base"/>
            <a:endParaRPr lang="en-US" altLang="ko-KR" sz="2000" b="1" dirty="0"/>
          </a:p>
          <a:p>
            <a:pPr lvl="0" fontAlgn="base"/>
            <a:endParaRPr lang="en-US" altLang="ko-KR" sz="2000" b="1" dirty="0"/>
          </a:p>
          <a:p>
            <a:pPr lvl="0" fontAlgn="base"/>
            <a:endParaRPr lang="en-US" altLang="ko-KR" sz="2000" b="1" dirty="0"/>
          </a:p>
          <a:p>
            <a:pPr lvl="0" fontAlgn="base"/>
            <a:r>
              <a:rPr lang="ko-KR" altLang="en-US" dirty="0"/>
              <a:t>각 문항의 점수는 유형별로 합산되며</a:t>
            </a:r>
            <a:r>
              <a:rPr lang="en-US" altLang="ko-KR" dirty="0"/>
              <a:t>, </a:t>
            </a:r>
            <a:r>
              <a:rPr lang="ko-KR" altLang="en-US" dirty="0"/>
              <a:t>최고 점수는 주 성향</a:t>
            </a:r>
            <a:r>
              <a:rPr lang="en-US" altLang="ko-KR" dirty="0"/>
              <a:t> ( primary ), </a:t>
            </a:r>
            <a:r>
              <a:rPr lang="ko-KR" altLang="en-US" dirty="0"/>
              <a:t>다음은 보조 성향 </a:t>
            </a:r>
            <a:r>
              <a:rPr lang="en-US" altLang="ko-KR" dirty="0"/>
              <a:t>( secondary ) </a:t>
            </a:r>
            <a:r>
              <a:rPr lang="ko-KR" altLang="en-US" dirty="0"/>
              <a:t>으로 분류됩니다</a:t>
            </a:r>
            <a:r>
              <a:rPr lang="en-US" altLang="ko-KR" dirty="0"/>
              <a:t>. </a:t>
            </a:r>
          </a:p>
          <a:p>
            <a:pPr lvl="0" fontAlgn="base"/>
            <a:endParaRPr lang="en-US" altLang="ko-KR" dirty="0"/>
          </a:p>
          <a:p>
            <a:pPr lvl="0" fontAlgn="base"/>
            <a:r>
              <a:rPr lang="ko-KR" altLang="en-US" dirty="0"/>
              <a:t>이후에 </a:t>
            </a:r>
            <a:r>
              <a:rPr lang="en-US" altLang="ko-KR" dirty="0"/>
              <a:t>Radar Chart</a:t>
            </a:r>
            <a:r>
              <a:rPr lang="ko-KR" altLang="en-US" dirty="0"/>
              <a:t>를 통해 각 성향의 강도를 시각적으로 표현합니다</a:t>
            </a:r>
            <a:r>
              <a:rPr lang="en-US" altLang="ko-KR" dirty="0"/>
              <a:t>. </a:t>
            </a: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1DAC693D-3925-8D24-A6F7-B6AC8B2484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2725831"/>
              </p:ext>
            </p:extLst>
          </p:nvPr>
        </p:nvGraphicFramePr>
        <p:xfrm>
          <a:off x="266700" y="1809402"/>
          <a:ext cx="393481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7405">
                  <a:extLst>
                    <a:ext uri="{9D8B030D-6E8A-4147-A177-3AD203B41FA5}">
                      <a16:colId xmlns:a16="http://schemas.microsoft.com/office/drawing/2014/main" val="3284394093"/>
                    </a:ext>
                  </a:extLst>
                </a:gridCol>
                <a:gridCol w="1967405">
                  <a:extLst>
                    <a:ext uri="{9D8B030D-6E8A-4147-A177-3AD203B41FA5}">
                      <a16:colId xmlns:a16="http://schemas.microsoft.com/office/drawing/2014/main" val="33662660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1" dirty="0">
                          <a:solidFill>
                            <a:schemeClr val="tx1"/>
                          </a:solidFill>
                        </a:rPr>
                        <a:t>전혀 아니다 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점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26904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1" dirty="0">
                          <a:solidFill>
                            <a:schemeClr val="tx1"/>
                          </a:solidFill>
                        </a:rPr>
                        <a:t>대체로 아니다 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1" dirty="0"/>
                        <a:t>2</a:t>
                      </a:r>
                      <a:r>
                        <a:rPr lang="ko-KR" altLang="en-US" sz="1800" b="1" dirty="0"/>
                        <a:t>점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47505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1" dirty="0">
                          <a:solidFill>
                            <a:schemeClr val="tx1"/>
                          </a:solidFill>
                        </a:rPr>
                        <a:t>보통이다 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1" dirty="0"/>
                        <a:t>3</a:t>
                      </a:r>
                      <a:r>
                        <a:rPr lang="ko-KR" altLang="en-US" sz="1800" b="1" dirty="0"/>
                        <a:t>점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10280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1" dirty="0">
                          <a:solidFill>
                            <a:schemeClr val="tx1"/>
                          </a:solidFill>
                        </a:rPr>
                        <a:t>대체로 그렇다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1" dirty="0"/>
                        <a:t>4</a:t>
                      </a:r>
                      <a:r>
                        <a:rPr lang="ko-KR" altLang="en-US" sz="1800" b="1" dirty="0"/>
                        <a:t>점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59061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1" dirty="0">
                          <a:solidFill>
                            <a:schemeClr val="tx1"/>
                          </a:solidFill>
                        </a:rPr>
                        <a:t>매우 그렇다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1" dirty="0"/>
                        <a:t>5</a:t>
                      </a:r>
                      <a:r>
                        <a:rPr lang="ko-KR" altLang="en-US" sz="1800" b="1" dirty="0"/>
                        <a:t>점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7621362"/>
                  </a:ext>
                </a:extLst>
              </a:tr>
            </a:tbl>
          </a:graphicData>
        </a:graphic>
      </p:graphicFrame>
      <p:pic>
        <p:nvPicPr>
          <p:cNvPr id="16" name="그림 15">
            <a:extLst>
              <a:ext uri="{FF2B5EF4-FFF2-40B4-BE49-F238E27FC236}">
                <a16:creationId xmlns:a16="http://schemas.microsoft.com/office/drawing/2014/main" id="{2C192C88-0296-710F-F737-1F7BC609F5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2607" y="200210"/>
            <a:ext cx="4744160" cy="2531816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A0C93D00-AC69-35FB-9805-AFBB44F1D6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2607" y="2793811"/>
            <a:ext cx="4744161" cy="3926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70484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BADD65-3181-2E8A-DED4-492C9F855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623A768-08BD-3437-9E38-8D7A147A7CAF}"/>
              </a:ext>
            </a:extLst>
          </p:cNvPr>
          <p:cNvSpPr txBox="1"/>
          <p:nvPr/>
        </p:nvSpPr>
        <p:spPr>
          <a:xfrm>
            <a:off x="428879" y="800100"/>
            <a:ext cx="459446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The reasons for selecting these dialogues.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C953A2F-776C-7C61-1324-C671E0AF6E72}"/>
              </a:ext>
            </a:extLst>
          </p:cNvPr>
          <p:cNvSpPr txBox="1"/>
          <p:nvPr/>
        </p:nvSpPr>
        <p:spPr>
          <a:xfrm>
            <a:off x="428879" y="1334484"/>
            <a:ext cx="760095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sz="1600" dirty="0"/>
              <a:t>언어적 특징</a:t>
            </a:r>
            <a:endParaRPr lang="en-US" altLang="ko-KR" sz="1600" dirty="0"/>
          </a:p>
          <a:p>
            <a:pPr marL="342900" indent="-342900">
              <a:buAutoNum type="arabicPeriod"/>
            </a:pPr>
            <a:endParaRPr lang="en-US" altLang="ko-K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간단한 어휘와 짧은 문장은 인지 부하를 줄여줍니다</a:t>
            </a:r>
            <a:r>
              <a:rPr lang="en-US" altLang="ko-KR" sz="14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반복되는 감정적인 단어들</a:t>
            </a:r>
            <a:r>
              <a:rPr lang="en-US" altLang="ko-KR" sz="1400" dirty="0"/>
              <a:t>("</a:t>
            </a:r>
            <a:r>
              <a:rPr lang="ko-KR" altLang="en-US" sz="1400" dirty="0"/>
              <a:t>사랑</a:t>
            </a:r>
            <a:r>
              <a:rPr lang="en-US" altLang="ko-KR" sz="1400" dirty="0"/>
              <a:t>", "</a:t>
            </a:r>
            <a:r>
              <a:rPr lang="ko-KR" altLang="en-US" sz="1400" dirty="0"/>
              <a:t>원함</a:t>
            </a:r>
            <a:r>
              <a:rPr lang="en-US" altLang="ko-KR" sz="1400" dirty="0"/>
              <a:t>", "</a:t>
            </a:r>
            <a:r>
              <a:rPr lang="ko-KR" altLang="en-US" sz="1400" dirty="0"/>
              <a:t>감사합니다</a:t>
            </a:r>
            <a:r>
              <a:rPr lang="en-US" altLang="ko-KR" sz="1400" dirty="0"/>
              <a:t>")</a:t>
            </a:r>
            <a:r>
              <a:rPr lang="ko-KR" altLang="en-US" sz="1400" dirty="0"/>
              <a:t>은 기억을 </a:t>
            </a:r>
            <a:r>
              <a:rPr lang="ko-KR" altLang="en-US" sz="1400" dirty="0" err="1"/>
              <a:t>돕습니다</a:t>
            </a:r>
            <a:r>
              <a:rPr lang="en-US" altLang="ko-KR" sz="14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명확한 주어</a:t>
            </a:r>
            <a:r>
              <a:rPr lang="en-US" altLang="ko-KR" sz="1400" dirty="0"/>
              <a:t>-</a:t>
            </a:r>
            <a:r>
              <a:rPr lang="ko-KR" altLang="en-US" sz="1400" dirty="0"/>
              <a:t>동사</a:t>
            </a:r>
            <a:r>
              <a:rPr lang="en-US" altLang="ko-KR" sz="1400" dirty="0"/>
              <a:t>-</a:t>
            </a:r>
            <a:r>
              <a:rPr lang="ko-KR" altLang="en-US" sz="1400" dirty="0"/>
              <a:t>객체 구조는 처리를 용이하게 합니다</a:t>
            </a:r>
            <a:r>
              <a:rPr lang="en-US" altLang="ko-KR" sz="1400" dirty="0"/>
              <a:t>.</a:t>
            </a:r>
          </a:p>
          <a:p>
            <a:pPr marL="285750" indent="-285750">
              <a:buFontTx/>
              <a:buChar char="-"/>
            </a:pPr>
            <a:endParaRPr lang="en-US" altLang="ko-KR" sz="1400" dirty="0"/>
          </a:p>
          <a:p>
            <a:r>
              <a:rPr lang="en-US" altLang="ko-KR" sz="1400" dirty="0"/>
              <a:t>2</a:t>
            </a:r>
            <a:r>
              <a:rPr lang="en-US" altLang="ko-KR" sz="1600" dirty="0"/>
              <a:t>. </a:t>
            </a:r>
            <a:r>
              <a:rPr lang="ko-KR" altLang="en-US" sz="1600" dirty="0"/>
              <a:t>치료 요소</a:t>
            </a:r>
            <a:endParaRPr lang="en-US" altLang="ko-KR" sz="1600" dirty="0"/>
          </a:p>
          <a:p>
            <a:endParaRPr lang="en-US" altLang="ko-K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직접적인 공감 </a:t>
            </a:r>
            <a:r>
              <a:rPr lang="en-US" altLang="ko-KR" sz="1400" dirty="0"/>
              <a:t>("</a:t>
            </a:r>
            <a:r>
              <a:rPr lang="ko-KR" altLang="en-US" sz="1400" dirty="0"/>
              <a:t>이해했어요</a:t>
            </a:r>
            <a:r>
              <a:rPr lang="en-US" altLang="ko-KR" sz="1400" dirty="0"/>
              <a:t>", "</a:t>
            </a:r>
            <a:r>
              <a:rPr lang="ko-KR" altLang="en-US" sz="1400" dirty="0" err="1"/>
              <a:t>힘들었겠어요</a:t>
            </a:r>
            <a:r>
              <a:rPr lang="en-US" altLang="ko-KR" sz="1400" dirty="0"/>
              <a:t>").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균형 잡힌 감정</a:t>
            </a:r>
            <a:r>
              <a:rPr lang="en-US" altLang="ko-KR" sz="1400" dirty="0"/>
              <a:t>("</a:t>
            </a:r>
            <a:r>
              <a:rPr lang="ko-KR" altLang="en-US" sz="1400" dirty="0"/>
              <a:t>미안해요</a:t>
            </a:r>
            <a:r>
              <a:rPr lang="en-US" altLang="ko-KR" sz="1400" dirty="0"/>
              <a:t>", "</a:t>
            </a:r>
            <a:r>
              <a:rPr lang="ko-KR" altLang="en-US" sz="1400" dirty="0"/>
              <a:t>고마워요</a:t>
            </a:r>
            <a:r>
              <a:rPr lang="en-US" altLang="ko-KR" sz="1400" dirty="0"/>
              <a:t>")</a:t>
            </a:r>
            <a:r>
              <a:rPr lang="ko-KR" altLang="en-US" sz="1400" dirty="0"/>
              <a:t>은 건강한 표현을 지원합니다</a:t>
            </a:r>
            <a:r>
              <a:rPr lang="en-US" altLang="ko-KR" sz="14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안심시키는 문구 </a:t>
            </a:r>
            <a:r>
              <a:rPr lang="en-US" altLang="ko-KR" sz="1400" dirty="0"/>
              <a:t>("</a:t>
            </a:r>
            <a:r>
              <a:rPr lang="ko-KR" altLang="en-US" sz="1400" dirty="0"/>
              <a:t>나는 항상 여기 있을 거야</a:t>
            </a:r>
            <a:r>
              <a:rPr lang="en-US" altLang="ko-KR" sz="1400" dirty="0"/>
              <a:t>", "</a:t>
            </a:r>
            <a:r>
              <a:rPr lang="ko-KR" altLang="en-US" sz="1400" dirty="0"/>
              <a:t>언제든 멈출 수 있지만 오늘은 안 돼</a:t>
            </a:r>
            <a:r>
              <a:rPr lang="en-US" altLang="ko-KR" sz="1400" dirty="0"/>
              <a:t>").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400" dirty="0"/>
          </a:p>
          <a:p>
            <a:r>
              <a:rPr lang="en-US" altLang="ko-KR" sz="1400" dirty="0"/>
              <a:t>3. </a:t>
            </a:r>
            <a:r>
              <a:rPr lang="en-US" altLang="ko-KR" sz="1600" dirty="0"/>
              <a:t>MCI </a:t>
            </a:r>
            <a:r>
              <a:rPr lang="ko-KR" altLang="en-US" sz="1600" dirty="0"/>
              <a:t>적합성</a:t>
            </a:r>
            <a:endParaRPr lang="en-US" altLang="ko-KR" sz="1600" dirty="0"/>
          </a:p>
          <a:p>
            <a:endParaRPr lang="en-US" altLang="ko-K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짧고 명확한 교환은 주의력과 기억력 요구를 낮춥니다</a:t>
            </a:r>
            <a:r>
              <a:rPr lang="en-US" altLang="ko-KR" sz="14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친숙한 사랑과 갈등 주제는 참여도를 높입니다</a:t>
            </a:r>
            <a:r>
              <a:rPr lang="en-US" altLang="ko-KR" sz="14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단순한 요청에서 더 시적인 대사로의 점진적인 진행</a:t>
            </a:r>
            <a:r>
              <a:rPr lang="en-US" altLang="ko-KR" sz="14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400" dirty="0"/>
          </a:p>
          <a:p>
            <a:r>
              <a:rPr lang="en-US" altLang="ko-KR" sz="1600" dirty="0"/>
              <a:t>4. AI </a:t>
            </a:r>
            <a:r>
              <a:rPr lang="ko-KR" altLang="en-US" sz="1600" dirty="0"/>
              <a:t>구현</a:t>
            </a:r>
            <a:endParaRPr lang="en-US" altLang="ko-KR" sz="1600" dirty="0"/>
          </a:p>
          <a:p>
            <a:endParaRPr lang="en-US" altLang="ko-K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모듈형 패턴</a:t>
            </a:r>
            <a:r>
              <a:rPr lang="en-US" altLang="ko-KR" sz="1400" dirty="0"/>
              <a:t>(</a:t>
            </a:r>
            <a:r>
              <a:rPr lang="en-US" altLang="ko-KR" sz="1400" dirty="0" err="1"/>
              <a:t>apology→empathy</a:t>
            </a:r>
            <a:r>
              <a:rPr lang="en-US" altLang="ko-KR" sz="1400" dirty="0"/>
              <a:t>→</a:t>
            </a:r>
            <a:r>
              <a:rPr lang="ko-KR" altLang="en-US" sz="1400" dirty="0"/>
              <a:t>해결</a:t>
            </a:r>
            <a:r>
              <a:rPr lang="en-US" altLang="ko-KR" sz="1400" dirty="0"/>
              <a:t>, </a:t>
            </a:r>
            <a:r>
              <a:rPr lang="ko-KR" altLang="en-US" sz="1400" dirty="0" err="1"/>
              <a:t>고백→질문</a:t>
            </a:r>
            <a:r>
              <a:rPr lang="en-US" altLang="ko-KR" sz="1400" dirty="0"/>
              <a:t>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짧은 대화에서 더 길고 깊은 프롬프트로 단계적으로 흐릅니다</a:t>
            </a:r>
            <a:r>
              <a:rPr lang="en-US" altLang="ko-KR" sz="14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스타일 기반 개인화</a:t>
            </a:r>
            <a:r>
              <a:rPr lang="en-US" altLang="ko-KR" sz="1400" dirty="0"/>
              <a:t>(</a:t>
            </a:r>
            <a:r>
              <a:rPr lang="ko-KR" altLang="en-US" sz="1400" dirty="0"/>
              <a:t>공감적</a:t>
            </a:r>
            <a:r>
              <a:rPr lang="en-US" altLang="ko-KR" sz="1400" dirty="0"/>
              <a:t>, </a:t>
            </a:r>
            <a:r>
              <a:rPr lang="ko-KR" altLang="en-US" sz="1400" dirty="0"/>
              <a:t>솔직한</a:t>
            </a:r>
            <a:r>
              <a:rPr lang="en-US" altLang="ko-KR" sz="1400" dirty="0"/>
              <a:t>, </a:t>
            </a:r>
            <a:r>
              <a:rPr lang="ko-KR" altLang="en-US" sz="1400" dirty="0"/>
              <a:t>미래 지향적</a:t>
            </a:r>
            <a:r>
              <a:rPr lang="en-US" altLang="ko-KR" sz="1400" dirty="0"/>
              <a:t>).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94104A-F41D-A99E-E401-4C9486942E96}"/>
              </a:ext>
            </a:extLst>
          </p:cNvPr>
          <p:cNvSpPr txBox="1"/>
          <p:nvPr/>
        </p:nvSpPr>
        <p:spPr>
          <a:xfrm>
            <a:off x="428879" y="291314"/>
            <a:ext cx="1715510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b="1" dirty="0"/>
              <a:t>LT:</a:t>
            </a:r>
            <a:r>
              <a:rPr lang="ko-KR" altLang="en-US" b="1" dirty="0"/>
              <a:t> 사랑대화기</a:t>
            </a:r>
          </a:p>
        </p:txBody>
      </p:sp>
    </p:spTree>
    <p:extLst>
      <p:ext uri="{BB962C8B-B14F-4D97-AF65-F5344CB8AC3E}">
        <p14:creationId xmlns:p14="http://schemas.microsoft.com/office/powerpoint/2010/main" val="12707054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13BF18-32D7-A48D-5DD9-880585197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2351453-4291-0DD5-8106-B52E38DA4AB9}"/>
              </a:ext>
            </a:extLst>
          </p:cNvPr>
          <p:cNvSpPr txBox="1"/>
          <p:nvPr/>
        </p:nvSpPr>
        <p:spPr>
          <a:xfrm>
            <a:off x="266700" y="466725"/>
            <a:ext cx="338919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Love emotional talk in movies.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75F342-2FFB-B386-CBCB-B18D13505099}"/>
              </a:ext>
            </a:extLst>
          </p:cNvPr>
          <p:cNvSpPr txBox="1"/>
          <p:nvPr/>
        </p:nvSpPr>
        <p:spPr>
          <a:xfrm>
            <a:off x="266700" y="1119990"/>
            <a:ext cx="5380337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fontAlgn="base"/>
            <a:r>
              <a:rPr lang="en-US" altLang="ko-KR" dirty="0"/>
              <a:t>- The Notebook –</a:t>
            </a:r>
          </a:p>
          <a:p>
            <a:pPr lvl="0" fontAlgn="base"/>
            <a:endParaRPr lang="en-US" altLang="ko-KR" dirty="0"/>
          </a:p>
          <a:p>
            <a:pPr fontAlgn="base"/>
            <a:r>
              <a:rPr lang="en-US" altLang="ko-KR" dirty="0"/>
              <a:t>Yeah, this is how we always fight!</a:t>
            </a:r>
          </a:p>
          <a:p>
            <a:pPr fontAlgn="base"/>
            <a:r>
              <a:rPr lang="en-US" altLang="ko-KR" dirty="0"/>
              <a:t>You curse at me when I act arrogant,</a:t>
            </a:r>
          </a:p>
          <a:p>
            <a:pPr fontAlgn="base"/>
            <a:r>
              <a:rPr lang="en-US" altLang="ko-KR" dirty="0"/>
              <a:t>and I curse at you when you're being annoying.</a:t>
            </a:r>
          </a:p>
          <a:p>
            <a:pPr fontAlgn="base"/>
            <a:r>
              <a:rPr lang="en-US" altLang="ko-KR" dirty="0"/>
              <a:t>You're hopeless, aren't you?</a:t>
            </a:r>
          </a:p>
          <a:p>
            <a:pPr fontAlgn="base"/>
            <a:r>
              <a:rPr lang="en-US" altLang="ko-KR" dirty="0"/>
              <a:t>I'm not afraid of hurting your feelings!</a:t>
            </a:r>
          </a:p>
          <a:p>
            <a:pPr fontAlgn="base"/>
            <a:r>
              <a:rPr lang="en-US" altLang="ko-KR" dirty="0"/>
              <a:t>Because you turn around without holding grudges, then you annoy me again with something else right away.</a:t>
            </a:r>
          </a:p>
          <a:p>
            <a:pPr fontAlgn="base"/>
            <a:r>
              <a:rPr lang="en-US" altLang="ko-KR" dirty="0"/>
              <a:t>Yeah, I know it won't be easy. I know it'll be really hard.</a:t>
            </a:r>
          </a:p>
          <a:p>
            <a:pPr fontAlgn="base"/>
            <a:r>
              <a:rPr lang="en-US" altLang="ko-KR" dirty="0"/>
              <a:t>We might have to do this every day.</a:t>
            </a:r>
          </a:p>
          <a:p>
            <a:pPr fontAlgn="base"/>
            <a:r>
              <a:rPr lang="en-US" altLang="ko-KR" dirty="0"/>
              <a:t>But still, I want to do it. Because I want you.</a:t>
            </a:r>
          </a:p>
          <a:p>
            <a:pPr fontAlgn="base"/>
            <a:r>
              <a:rPr lang="en-US" altLang="ko-KR" dirty="0"/>
              <a:t>I want everything about you, forever.</a:t>
            </a:r>
          </a:p>
          <a:p>
            <a:pPr fontAlgn="base"/>
            <a:r>
              <a:rPr lang="en-US" altLang="ko-KR" dirty="0"/>
              <a:t>You and I will try it every day. Will you do just one thing for me?</a:t>
            </a:r>
          </a:p>
          <a:p>
            <a:pPr fontAlgn="base"/>
            <a:r>
              <a:rPr lang="en-US" altLang="ko-KR" dirty="0"/>
              <a:t>Can't you just stay with me?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34D904-C387-C142-5E18-BC026F9B0519}"/>
              </a:ext>
            </a:extLst>
          </p:cNvPr>
          <p:cNvSpPr txBox="1"/>
          <p:nvPr/>
        </p:nvSpPr>
        <p:spPr>
          <a:xfrm>
            <a:off x="6096000" y="1119990"/>
            <a:ext cx="5506995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fontAlgn="base"/>
            <a:r>
              <a:rPr lang="en-US" altLang="ko-KR" dirty="0"/>
              <a:t>- </a:t>
            </a:r>
            <a:r>
              <a:rPr lang="ko-KR" altLang="en-US" dirty="0"/>
              <a:t>영화</a:t>
            </a:r>
            <a:r>
              <a:rPr lang="en-US" altLang="ko-KR" dirty="0"/>
              <a:t>, </a:t>
            </a:r>
            <a:r>
              <a:rPr lang="ko-KR" altLang="en-US" dirty="0"/>
              <a:t>노트북</a:t>
            </a:r>
            <a:r>
              <a:rPr lang="en-US" altLang="ko-KR" dirty="0"/>
              <a:t> –</a:t>
            </a:r>
          </a:p>
          <a:p>
            <a:pPr lvl="0" fontAlgn="base"/>
            <a:endParaRPr lang="en-US" altLang="ko-KR" dirty="0"/>
          </a:p>
          <a:p>
            <a:pPr fontAlgn="base"/>
            <a:r>
              <a:rPr lang="ko-KR" altLang="en-US" dirty="0"/>
              <a:t>그래</a:t>
            </a:r>
            <a:r>
              <a:rPr lang="en-US" altLang="ko-KR" dirty="0"/>
              <a:t>, </a:t>
            </a:r>
            <a:r>
              <a:rPr lang="ko-KR" altLang="en-US" dirty="0"/>
              <a:t>우린 원래 이렇게 </a:t>
            </a:r>
            <a:r>
              <a:rPr lang="ko-KR" altLang="en-US" dirty="0" err="1"/>
              <a:t>싸우잖아</a:t>
            </a:r>
            <a:r>
              <a:rPr lang="en-US" altLang="ko-KR" dirty="0"/>
              <a:t>!</a:t>
            </a:r>
            <a:br>
              <a:rPr lang="ko-KR" altLang="en-US" dirty="0"/>
            </a:br>
            <a:r>
              <a:rPr lang="ko-KR" altLang="en-US" dirty="0"/>
              <a:t>너는 내가 거만하게 굴 때 내 욕을 하고</a:t>
            </a:r>
            <a:r>
              <a:rPr lang="en-US" altLang="ko-KR" dirty="0"/>
              <a:t>,</a:t>
            </a:r>
            <a:br>
              <a:rPr lang="ko-KR" altLang="en-US" dirty="0"/>
            </a:br>
            <a:r>
              <a:rPr lang="ko-KR" altLang="en-US" dirty="0"/>
              <a:t>나도 네가 짜증나게 굴 </a:t>
            </a:r>
            <a:r>
              <a:rPr lang="ko-KR" altLang="en-US" dirty="0" err="1"/>
              <a:t>떄</a:t>
            </a:r>
            <a:r>
              <a:rPr lang="ko-KR" altLang="en-US" dirty="0"/>
              <a:t> 네 욕을 한다고</a:t>
            </a:r>
            <a:r>
              <a:rPr lang="en-US" altLang="ko-KR" dirty="0"/>
              <a:t>.</a:t>
            </a:r>
            <a:br>
              <a:rPr lang="ko-KR" altLang="en-US" dirty="0"/>
            </a:br>
            <a:r>
              <a:rPr lang="ko-KR" altLang="en-US" dirty="0"/>
              <a:t>넌 구제 불능 </a:t>
            </a:r>
            <a:r>
              <a:rPr lang="ko-KR" altLang="en-US" dirty="0" err="1"/>
              <a:t>맞잖아</a:t>
            </a:r>
            <a:r>
              <a:rPr lang="en-US" altLang="ko-KR" dirty="0"/>
              <a:t>.</a:t>
            </a:r>
            <a:br>
              <a:rPr lang="ko-KR" altLang="en-US" dirty="0"/>
            </a:br>
            <a:r>
              <a:rPr lang="ko-KR" altLang="en-US" dirty="0"/>
              <a:t>난 네 마음 상할까 겁 안 나</a:t>
            </a:r>
            <a:r>
              <a:rPr lang="en-US" altLang="ko-KR" dirty="0"/>
              <a:t>!</a:t>
            </a:r>
            <a:br>
              <a:rPr lang="ko-KR" altLang="en-US" dirty="0"/>
            </a:br>
            <a:r>
              <a:rPr lang="ko-KR" altLang="en-US" dirty="0"/>
              <a:t>뒤끝 없이 돌아서면 넌 또 금새 다른 일로 나를 짜증나게 하니까</a:t>
            </a:r>
            <a:r>
              <a:rPr lang="en-US" altLang="ko-KR" dirty="0"/>
              <a:t>1</a:t>
            </a:r>
            <a:br>
              <a:rPr lang="ko-KR" altLang="en-US" dirty="0"/>
            </a:br>
            <a:r>
              <a:rPr lang="ko-KR" altLang="en-US" dirty="0"/>
              <a:t>그래 쉽지 않을 거라는 거 알아</a:t>
            </a:r>
            <a:r>
              <a:rPr lang="en-US" altLang="ko-KR" dirty="0"/>
              <a:t>. </a:t>
            </a:r>
            <a:r>
              <a:rPr lang="ko-KR" altLang="en-US" dirty="0"/>
              <a:t>정말 힘들 거라는 것도</a:t>
            </a:r>
            <a:r>
              <a:rPr lang="en-US" altLang="ko-KR" dirty="0"/>
              <a:t>.</a:t>
            </a:r>
            <a:br>
              <a:rPr lang="ko-KR" altLang="en-US" dirty="0"/>
            </a:br>
            <a:r>
              <a:rPr lang="ko-KR" altLang="en-US" dirty="0"/>
              <a:t>우리 매일 이래야 할지도 모르지</a:t>
            </a:r>
            <a:r>
              <a:rPr lang="en-US" altLang="ko-KR" dirty="0"/>
              <a:t>.</a:t>
            </a:r>
            <a:br>
              <a:rPr lang="ko-KR" altLang="en-US" dirty="0"/>
            </a:br>
            <a:r>
              <a:rPr lang="ko-KR" altLang="en-US" dirty="0"/>
              <a:t>하지만 그래도 난 그렇게 하고 싶어</a:t>
            </a:r>
            <a:r>
              <a:rPr lang="en-US" altLang="ko-KR" dirty="0"/>
              <a:t>. </a:t>
            </a:r>
            <a:r>
              <a:rPr lang="ko-KR" altLang="en-US" dirty="0"/>
              <a:t>왜냐면 난 널 원하니까</a:t>
            </a:r>
            <a:r>
              <a:rPr lang="en-US" altLang="ko-KR" dirty="0"/>
              <a:t>.</a:t>
            </a:r>
            <a:br>
              <a:rPr lang="ko-KR" altLang="en-US" dirty="0"/>
            </a:br>
            <a:r>
              <a:rPr lang="ko-KR" altLang="en-US" dirty="0"/>
              <a:t>나는 영원히 너의 모든 것을 원한다고</a:t>
            </a:r>
            <a:r>
              <a:rPr lang="en-US" altLang="ko-KR" dirty="0"/>
              <a:t>.</a:t>
            </a:r>
            <a:br>
              <a:rPr lang="ko-KR" altLang="en-US" dirty="0"/>
            </a:br>
            <a:r>
              <a:rPr lang="ko-KR" altLang="en-US" dirty="0"/>
              <a:t>너와 내가 매일같이 해보는 거야</a:t>
            </a:r>
            <a:r>
              <a:rPr lang="en-US" altLang="ko-KR" dirty="0"/>
              <a:t>. </a:t>
            </a:r>
            <a:r>
              <a:rPr lang="ko-KR" altLang="en-US" dirty="0"/>
              <a:t>나를 위해 한 가지만 해 </a:t>
            </a:r>
            <a:r>
              <a:rPr lang="ko-KR" altLang="en-US" dirty="0" err="1"/>
              <a:t>줄래</a:t>
            </a:r>
            <a:r>
              <a:rPr lang="en-US" altLang="ko-KR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9819730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ED66B5-FF5B-1CAE-68F4-09468524F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3451112-7A93-F64F-E45B-B2A486CEC645}"/>
              </a:ext>
            </a:extLst>
          </p:cNvPr>
          <p:cNvSpPr txBox="1"/>
          <p:nvPr/>
        </p:nvSpPr>
        <p:spPr>
          <a:xfrm>
            <a:off x="266700" y="466725"/>
            <a:ext cx="338919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Love emotional talk in movies.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AC621E-0E11-68D0-7306-D28664335D65}"/>
              </a:ext>
            </a:extLst>
          </p:cNvPr>
          <p:cNvSpPr txBox="1"/>
          <p:nvPr/>
        </p:nvSpPr>
        <p:spPr>
          <a:xfrm>
            <a:off x="185737" y="1185649"/>
            <a:ext cx="11820525" cy="5201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fontAlgn="base">
              <a:buFontTx/>
              <a:buChar char="-"/>
            </a:pPr>
            <a:r>
              <a:rPr lang="ko-KR" altLang="en-US" sz="1600" dirty="0" err="1"/>
              <a:t>로미오와</a:t>
            </a:r>
            <a:r>
              <a:rPr lang="ko-KR" altLang="en-US" sz="1600" dirty="0"/>
              <a:t> 줄리엣</a:t>
            </a:r>
            <a:r>
              <a:rPr lang="en-US" altLang="ko-KR" sz="1600" dirty="0"/>
              <a:t>, Romeo and Juliet –</a:t>
            </a:r>
          </a:p>
          <a:p>
            <a:pPr marL="285750" lvl="0" indent="-285750" fontAlgn="base">
              <a:buFontTx/>
              <a:buChar char="-"/>
            </a:pPr>
            <a:endParaRPr lang="en-US" altLang="ko-KR" sz="1600" dirty="0"/>
          </a:p>
          <a:p>
            <a:pPr lvl="0" fontAlgn="base"/>
            <a:r>
              <a:rPr lang="en-US" altLang="ko-KR" sz="1500" dirty="0"/>
              <a:t>Romeo, cast off your name, and take all of me instead of that name, which is no part of you.</a:t>
            </a:r>
          </a:p>
          <a:p>
            <a:pPr lvl="0" fontAlgn="base"/>
            <a:r>
              <a:rPr lang="ko-KR" altLang="en-US" sz="1500" dirty="0" err="1"/>
              <a:t>로미오님</a:t>
            </a:r>
            <a:r>
              <a:rPr lang="en-US" altLang="ko-KR" sz="1500" dirty="0"/>
              <a:t>. </a:t>
            </a:r>
            <a:r>
              <a:rPr lang="ko-KR" altLang="en-US" sz="1500" dirty="0"/>
              <a:t>그대의 이름을 버리고 당신의 일부가 아닌 그 이름 대신 저의 모든 것을 가지세요</a:t>
            </a:r>
            <a:r>
              <a:rPr lang="en-US" altLang="ko-KR" sz="1500" dirty="0"/>
              <a:t>.</a:t>
            </a:r>
          </a:p>
          <a:p>
            <a:pPr lvl="0" fontAlgn="base"/>
            <a:r>
              <a:rPr lang="en-US" altLang="ko-KR" sz="1500" dirty="0"/>
              <a:t>I’ll do as you say. Call me only “love”! I’ve been newly christened! I’ll no longer be Romeo.</a:t>
            </a:r>
          </a:p>
          <a:p>
            <a:pPr lvl="0" fontAlgn="base"/>
            <a:r>
              <a:rPr lang="ko-KR" altLang="en-US" sz="1500" dirty="0"/>
              <a:t>그대 </a:t>
            </a:r>
            <a:r>
              <a:rPr lang="ko-KR" altLang="en-US" sz="1500" dirty="0" err="1"/>
              <a:t>말대로</a:t>
            </a:r>
            <a:r>
              <a:rPr lang="ko-KR" altLang="en-US" sz="1500" dirty="0"/>
              <a:t> </a:t>
            </a:r>
            <a:r>
              <a:rPr lang="ko-KR" altLang="en-US" sz="1500" dirty="0" err="1"/>
              <a:t>하리다</a:t>
            </a:r>
            <a:r>
              <a:rPr lang="en-US" altLang="ko-KR" sz="1500" dirty="0"/>
              <a:t>. </a:t>
            </a:r>
            <a:r>
              <a:rPr lang="ko-KR" altLang="en-US" sz="1500" dirty="0" err="1"/>
              <a:t>사랑이라고만</a:t>
            </a:r>
            <a:r>
              <a:rPr lang="ko-KR" altLang="en-US" sz="1500" dirty="0"/>
              <a:t> </a:t>
            </a:r>
            <a:r>
              <a:rPr lang="ko-KR" altLang="en-US" sz="1500" dirty="0" err="1"/>
              <a:t>불러주오</a:t>
            </a:r>
            <a:r>
              <a:rPr lang="en-US" altLang="ko-KR" sz="1500" dirty="0"/>
              <a:t>! </a:t>
            </a:r>
            <a:r>
              <a:rPr lang="ko-KR" altLang="en-US" sz="1500" dirty="0"/>
              <a:t>난 새로 세례를 받은 것이니</a:t>
            </a:r>
            <a:r>
              <a:rPr lang="en-US" altLang="ko-KR" sz="1500" dirty="0"/>
              <a:t>! </a:t>
            </a:r>
            <a:r>
              <a:rPr lang="ko-KR" altLang="en-US" sz="1500" dirty="0"/>
              <a:t>이제 다시는 </a:t>
            </a:r>
            <a:r>
              <a:rPr lang="ko-KR" altLang="en-US" sz="1500" dirty="0" err="1"/>
              <a:t>로미오가</a:t>
            </a:r>
            <a:r>
              <a:rPr lang="ko-KR" altLang="en-US" sz="1500" dirty="0"/>
              <a:t> 되지 </a:t>
            </a:r>
            <a:r>
              <a:rPr lang="ko-KR" altLang="en-US" sz="1500" dirty="0" err="1"/>
              <a:t>않겠소</a:t>
            </a:r>
            <a:r>
              <a:rPr lang="en-US" altLang="ko-KR" sz="1500" dirty="0"/>
              <a:t>.</a:t>
            </a:r>
          </a:p>
          <a:p>
            <a:pPr lvl="0" fontAlgn="base"/>
            <a:r>
              <a:rPr lang="en-US" altLang="ko-KR" sz="1500" dirty="0"/>
              <a:t>Who are you, that hidden by night you overhear my secrets?</a:t>
            </a:r>
          </a:p>
          <a:p>
            <a:pPr lvl="0" fontAlgn="base"/>
            <a:r>
              <a:rPr lang="ko-KR" altLang="en-US" sz="1500" dirty="0"/>
              <a:t>대체 </a:t>
            </a:r>
            <a:r>
              <a:rPr lang="ko-KR" altLang="en-US" sz="1500" dirty="0" err="1"/>
              <a:t>누구시길래</a:t>
            </a:r>
            <a:r>
              <a:rPr lang="ko-KR" altLang="en-US" sz="1500" dirty="0"/>
              <a:t> 한밤 중에 몰래 숨어 들어 내 비밀을 엿듣죠</a:t>
            </a:r>
            <a:r>
              <a:rPr lang="en-US" altLang="ko-KR" sz="1500" dirty="0"/>
              <a:t>?</a:t>
            </a:r>
          </a:p>
          <a:p>
            <a:pPr lvl="0" fontAlgn="base"/>
            <a:r>
              <a:rPr lang="en-US" altLang="ko-KR" sz="1500" dirty="0"/>
              <a:t>By my name, I cannot tell you who I am. I hate my own name, because it is an enemy to me. If it were written on paper, I would tear the paper to shreds.</a:t>
            </a:r>
          </a:p>
          <a:p>
            <a:pPr lvl="0" fontAlgn="base"/>
            <a:r>
              <a:rPr lang="ko-KR" altLang="en-US" sz="1500" dirty="0"/>
              <a:t>이름으로는 내가 </a:t>
            </a:r>
            <a:r>
              <a:rPr lang="ko-KR" altLang="en-US" sz="1500" dirty="0" err="1"/>
              <a:t>누군지</a:t>
            </a:r>
            <a:r>
              <a:rPr lang="ko-KR" altLang="en-US" sz="1500" dirty="0"/>
              <a:t> 말할 방법을 </a:t>
            </a:r>
            <a:r>
              <a:rPr lang="ko-KR" altLang="en-US" sz="1500" dirty="0" err="1"/>
              <a:t>모르겠소</a:t>
            </a:r>
            <a:r>
              <a:rPr lang="en-US" altLang="ko-KR" sz="1500" dirty="0"/>
              <a:t>. </a:t>
            </a:r>
            <a:r>
              <a:rPr lang="ko-KR" altLang="en-US" sz="1500" dirty="0"/>
              <a:t>나도 내 이름이 </a:t>
            </a:r>
            <a:r>
              <a:rPr lang="ko-KR" altLang="en-US" sz="1500" dirty="0" err="1"/>
              <a:t>증오스럽소</a:t>
            </a:r>
            <a:r>
              <a:rPr lang="en-US" altLang="ko-KR" sz="1500" dirty="0"/>
              <a:t>. </a:t>
            </a:r>
            <a:r>
              <a:rPr lang="ko-KR" altLang="en-US" sz="1500" dirty="0"/>
              <a:t>왜냐면 그 이름은 나의 적이기도 하니까</a:t>
            </a:r>
            <a:r>
              <a:rPr lang="en-US" altLang="ko-KR" sz="1500" dirty="0"/>
              <a:t>. </a:t>
            </a:r>
            <a:r>
              <a:rPr lang="ko-KR" altLang="en-US" sz="1500" dirty="0"/>
              <a:t>종이에 쓴다면 종이를 찢어버리고 </a:t>
            </a:r>
            <a:r>
              <a:rPr lang="ko-KR" altLang="en-US" sz="1500" dirty="0" err="1"/>
              <a:t>싶소</a:t>
            </a:r>
            <a:r>
              <a:rPr lang="en-US" altLang="ko-KR" sz="1500" dirty="0"/>
              <a:t>.</a:t>
            </a:r>
          </a:p>
          <a:p>
            <a:pPr lvl="0" fontAlgn="base"/>
            <a:r>
              <a:rPr lang="en-US" altLang="ko-KR" sz="1500" dirty="0"/>
              <a:t>My ears have yet to drink a hundred words from your tongue, yet I know the sound of your voice. Are you Romeo of the Montagues?</a:t>
            </a:r>
          </a:p>
          <a:p>
            <a:pPr fontAlgn="base"/>
            <a:r>
              <a:rPr lang="ko-KR" altLang="en-US" sz="1500" dirty="0"/>
              <a:t>제 귀는 아직 당신의 </a:t>
            </a:r>
            <a:r>
              <a:rPr lang="ko-KR" altLang="en-US" sz="1500" dirty="0" err="1"/>
              <a:t>백마디</a:t>
            </a:r>
            <a:r>
              <a:rPr lang="ko-KR" altLang="en-US" sz="1500" dirty="0"/>
              <a:t> 말도 듣지 못했지만</a:t>
            </a:r>
            <a:r>
              <a:rPr lang="en-US" altLang="ko-KR" sz="1500" dirty="0"/>
              <a:t>, </a:t>
            </a:r>
            <a:r>
              <a:rPr lang="ko-KR" altLang="en-US" sz="1500" dirty="0"/>
              <a:t>당신의 목소리는 알아차릴 수 있어요</a:t>
            </a:r>
            <a:r>
              <a:rPr lang="en-US" altLang="ko-KR" sz="1500" dirty="0"/>
              <a:t>. </a:t>
            </a:r>
            <a:r>
              <a:rPr lang="ko-KR" altLang="en-US" sz="1500" dirty="0"/>
              <a:t>당신은 </a:t>
            </a:r>
            <a:r>
              <a:rPr lang="ko-KR" altLang="en-US" sz="1500" dirty="0" err="1"/>
              <a:t>몬태규의</a:t>
            </a:r>
            <a:r>
              <a:rPr lang="ko-KR" altLang="en-US" sz="1500" dirty="0"/>
              <a:t> </a:t>
            </a:r>
            <a:r>
              <a:rPr lang="ko-KR" altLang="en-US" sz="1500" dirty="0" err="1"/>
              <a:t>로미오님이신가요</a:t>
            </a:r>
            <a:r>
              <a:rPr lang="en-US" altLang="ko-KR" sz="1500" dirty="0"/>
              <a:t>?</a:t>
            </a:r>
          </a:p>
          <a:p>
            <a:pPr lvl="0" fontAlgn="base"/>
            <a:r>
              <a:rPr lang="en-US" altLang="ko-KR" sz="1500" dirty="0"/>
              <a:t>If you dislike that, I’ll be neither one nor the other.</a:t>
            </a:r>
          </a:p>
          <a:p>
            <a:pPr lvl="0" fontAlgn="base"/>
            <a:r>
              <a:rPr lang="ko-KR" altLang="en-US" sz="1500" dirty="0"/>
              <a:t>당신이 싫다면 난 어느 쪽도 아닙니다</a:t>
            </a:r>
            <a:r>
              <a:rPr lang="en-US" altLang="ko-KR" sz="1500" dirty="0"/>
              <a:t>.</a:t>
            </a:r>
          </a:p>
          <a:p>
            <a:pPr lvl="0" fontAlgn="base"/>
            <a:r>
              <a:rPr lang="en-US" altLang="ko-KR" sz="1500" dirty="0"/>
              <a:t>How did you come here, and for what? The orchard walls are high and hard to climb. If any of my kinsmen find you, they’ll kill you.</a:t>
            </a:r>
          </a:p>
          <a:p>
            <a:pPr lvl="0" fontAlgn="base"/>
            <a:r>
              <a:rPr lang="ko-KR" altLang="en-US" sz="1500" dirty="0"/>
              <a:t>어떻게 오셨나요</a:t>
            </a:r>
            <a:r>
              <a:rPr lang="en-US" altLang="ko-KR" sz="1500" dirty="0"/>
              <a:t>? </a:t>
            </a:r>
            <a:r>
              <a:rPr lang="ko-KR" altLang="en-US" sz="1500" dirty="0"/>
              <a:t>무엇을 </a:t>
            </a:r>
            <a:r>
              <a:rPr lang="ko-KR" altLang="en-US" sz="1500" dirty="0" err="1"/>
              <a:t>하러요</a:t>
            </a:r>
            <a:r>
              <a:rPr lang="en-US" altLang="ko-KR" sz="1500" dirty="0"/>
              <a:t>? </a:t>
            </a:r>
            <a:r>
              <a:rPr lang="ko-KR" altLang="en-US" sz="1500" dirty="0"/>
              <a:t>과수원의 벽은 높아서 오르기 힘든데</a:t>
            </a:r>
            <a:r>
              <a:rPr lang="en-US" altLang="ko-KR" sz="1500" dirty="0"/>
              <a:t>, </a:t>
            </a:r>
            <a:r>
              <a:rPr lang="ko-KR" altLang="en-US" sz="1500" dirty="0"/>
              <a:t>만약 내 친척 중 누군가 당신이 누구인지 알게 되면 죽일 </a:t>
            </a:r>
            <a:r>
              <a:rPr lang="ko-KR" altLang="en-US" sz="1500" dirty="0" err="1"/>
              <a:t>거에요</a:t>
            </a:r>
            <a:r>
              <a:rPr lang="en-US" altLang="ko-KR" sz="1500" dirty="0"/>
              <a:t>.</a:t>
            </a:r>
          </a:p>
          <a:p>
            <a:pPr lvl="0" fontAlgn="base"/>
            <a:r>
              <a:rPr lang="en-US" altLang="ko-KR" sz="1500" dirty="0"/>
              <a:t>With love’s light wings did I </a:t>
            </a:r>
            <a:r>
              <a:rPr lang="en-US" altLang="ko-KR" sz="1500" dirty="0" err="1"/>
              <a:t>o’erperch</a:t>
            </a:r>
            <a:r>
              <a:rPr lang="en-US" altLang="ko-KR" sz="1500" dirty="0"/>
              <a:t> these walls. For stony limits cannot hold love out. What love can do, love dares attempt. Therefore thy kinsmen are no stop to me.</a:t>
            </a:r>
          </a:p>
          <a:p>
            <a:pPr lvl="0" fontAlgn="base"/>
            <a:r>
              <a:rPr lang="ko-KR" altLang="en-US" sz="1500" dirty="0"/>
              <a:t>사랑의 가벼운 날개로 이 벽을 넘었죠</a:t>
            </a:r>
            <a:r>
              <a:rPr lang="en-US" altLang="ko-KR" sz="1500" dirty="0"/>
              <a:t>. </a:t>
            </a:r>
            <a:r>
              <a:rPr lang="ko-KR" altLang="en-US" sz="1500" dirty="0"/>
              <a:t>돌로 쌓은 장애물도 사랑을 막을 순 없어요</a:t>
            </a:r>
            <a:r>
              <a:rPr lang="en-US" altLang="ko-KR" sz="1500" dirty="0"/>
              <a:t>. </a:t>
            </a:r>
            <a:r>
              <a:rPr lang="ko-KR" altLang="en-US" sz="1500" dirty="0"/>
              <a:t>사랑이 할 수 있는 것이라면 사랑은 감히 할 것입니다</a:t>
            </a:r>
            <a:r>
              <a:rPr lang="en-US" altLang="ko-KR" sz="1500" dirty="0"/>
              <a:t>. </a:t>
            </a:r>
            <a:r>
              <a:rPr lang="ko-KR" altLang="en-US" sz="1500" dirty="0"/>
              <a:t>그러니 그대 친척도 날 막을 순 </a:t>
            </a:r>
            <a:r>
              <a:rPr lang="ko-KR" altLang="en-US" sz="1500" dirty="0" err="1"/>
              <a:t>없소</a:t>
            </a:r>
            <a:r>
              <a:rPr lang="en-US" altLang="ko-KR" sz="15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844384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DF9AC-4658-9B5C-1596-388C9F354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3C5EB85-5FB0-63BF-1AAD-F58A536FB631}"/>
              </a:ext>
            </a:extLst>
          </p:cNvPr>
          <p:cNvSpPr txBox="1"/>
          <p:nvPr/>
        </p:nvSpPr>
        <p:spPr>
          <a:xfrm>
            <a:off x="266700" y="466725"/>
            <a:ext cx="338919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Love emotional talk in movies.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A5D1CC-CC24-C0A8-0FE2-2335104490D1}"/>
              </a:ext>
            </a:extLst>
          </p:cNvPr>
          <p:cNvSpPr txBox="1"/>
          <p:nvPr/>
        </p:nvSpPr>
        <p:spPr>
          <a:xfrm>
            <a:off x="266700" y="874573"/>
            <a:ext cx="58293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fontAlgn="base">
              <a:buFontTx/>
              <a:buChar char="-"/>
            </a:pPr>
            <a:r>
              <a:rPr lang="en-US" altLang="ko-KR" dirty="0"/>
              <a:t>Meet Joe Black –</a:t>
            </a:r>
          </a:p>
          <a:p>
            <a:pPr marL="285750" lvl="0" indent="-285750" fontAlgn="base">
              <a:buFontTx/>
              <a:buChar char="-"/>
            </a:pPr>
            <a:endParaRPr lang="en-US" altLang="ko-KR" dirty="0"/>
          </a:p>
          <a:p>
            <a:pPr lvl="0" fontAlgn="base"/>
            <a:r>
              <a:rPr lang="en-US" altLang="ko-KR" dirty="0"/>
              <a:t>I’ve been thinking.. even if I’m sick, I won’t go to you.</a:t>
            </a:r>
          </a:p>
          <a:p>
            <a:pPr lvl="0" fontAlgn="base"/>
            <a:r>
              <a:rPr lang="en-US" altLang="ko-KR" dirty="0"/>
              <a:t>I don’t want to get a checkup from you.</a:t>
            </a:r>
          </a:p>
          <a:p>
            <a:pPr lvl="0" fontAlgn="base"/>
            <a:endParaRPr lang="en-US" altLang="ko-KR" dirty="0"/>
          </a:p>
          <a:p>
            <a:pPr lvl="0" fontAlgn="base"/>
            <a:r>
              <a:rPr lang="en-US" altLang="ko-KR" dirty="0"/>
              <a:t>Why?</a:t>
            </a:r>
          </a:p>
          <a:p>
            <a:pPr lvl="0" fontAlgn="base"/>
            <a:endParaRPr lang="en-US" altLang="ko-KR" dirty="0"/>
          </a:p>
          <a:p>
            <a:pPr lvl="0" fontAlgn="base"/>
            <a:r>
              <a:rPr lang="en-US" altLang="ko-KR" dirty="0"/>
              <a:t>Because… I like you too much.</a:t>
            </a:r>
          </a:p>
          <a:p>
            <a:pPr lvl="0" fontAlgn="base"/>
            <a:endParaRPr lang="en-US" altLang="ko-KR" dirty="0"/>
          </a:p>
          <a:p>
            <a:pPr lvl="0" fontAlgn="base"/>
            <a:r>
              <a:rPr lang="en-US" altLang="ko-KR" dirty="0"/>
              <a:t>Well, I don’t want to examine you either.</a:t>
            </a:r>
          </a:p>
          <a:p>
            <a:pPr lvl="0" fontAlgn="base"/>
            <a:endParaRPr lang="en-US" altLang="ko-KR" dirty="0"/>
          </a:p>
          <a:p>
            <a:pPr lvl="0" fontAlgn="base"/>
            <a:r>
              <a:rPr lang="en-US" altLang="ko-KR" dirty="0"/>
              <a:t>You don’t? Why?</a:t>
            </a:r>
          </a:p>
          <a:p>
            <a:pPr lvl="0" fontAlgn="base"/>
            <a:endParaRPr lang="en-US" altLang="ko-KR" dirty="0"/>
          </a:p>
          <a:p>
            <a:pPr lvl="0" fontAlgn="base"/>
            <a:r>
              <a:rPr lang="en-US" altLang="ko-KR" dirty="0"/>
              <a:t>Because… I like you too much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311BAB-9F4C-B0B7-8746-178FA658FD5B}"/>
              </a:ext>
            </a:extLst>
          </p:cNvPr>
          <p:cNvSpPr txBox="1"/>
          <p:nvPr/>
        </p:nvSpPr>
        <p:spPr>
          <a:xfrm>
            <a:off x="6362700" y="874573"/>
            <a:ext cx="58293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fontAlgn="base">
              <a:buFontTx/>
              <a:buChar char="-"/>
            </a:pPr>
            <a:r>
              <a:rPr lang="ko-KR" altLang="en-US" dirty="0"/>
              <a:t>조 블랙의 사랑</a:t>
            </a:r>
            <a:r>
              <a:rPr lang="en-US" altLang="ko-KR" dirty="0"/>
              <a:t>–</a:t>
            </a:r>
          </a:p>
          <a:p>
            <a:pPr marL="285750" lvl="0" indent="-285750" fontAlgn="base">
              <a:buFontTx/>
              <a:buChar char="-"/>
            </a:pPr>
            <a:endParaRPr lang="en-US" altLang="ko-KR" dirty="0"/>
          </a:p>
          <a:p>
            <a:pPr lvl="0" fontAlgn="base"/>
            <a:r>
              <a:rPr lang="ko-KR" altLang="en-US" dirty="0"/>
              <a:t>생각해 봤는데</a:t>
            </a:r>
            <a:r>
              <a:rPr lang="en-US" altLang="ko-KR" dirty="0"/>
              <a:t>, </a:t>
            </a:r>
            <a:r>
              <a:rPr lang="ko-KR" altLang="en-US" dirty="0"/>
              <a:t>아파도 </a:t>
            </a:r>
            <a:r>
              <a:rPr lang="ko-KR" altLang="en-US" dirty="0" err="1"/>
              <a:t>당신한테는</a:t>
            </a:r>
            <a:r>
              <a:rPr lang="ko-KR" altLang="en-US" dirty="0"/>
              <a:t> 안 갈래요</a:t>
            </a:r>
            <a:r>
              <a:rPr lang="en-US" altLang="ko-KR" dirty="0"/>
              <a:t>.</a:t>
            </a:r>
            <a:br>
              <a:rPr lang="ko-KR" altLang="en-US" dirty="0"/>
            </a:br>
            <a:r>
              <a:rPr lang="ko-KR" altLang="en-US" dirty="0" err="1"/>
              <a:t>당신한테</a:t>
            </a:r>
            <a:r>
              <a:rPr lang="ko-KR" altLang="en-US" dirty="0"/>
              <a:t> 진찰받기 싫어요</a:t>
            </a:r>
            <a:r>
              <a:rPr lang="en-US" altLang="ko-KR" dirty="0"/>
              <a:t>.</a:t>
            </a:r>
            <a:br>
              <a:rPr lang="ko-KR" altLang="en-US" dirty="0"/>
            </a:br>
            <a:r>
              <a:rPr lang="ko-KR" altLang="en-US" dirty="0"/>
              <a:t> </a:t>
            </a:r>
            <a:br>
              <a:rPr lang="ko-KR" altLang="en-US" dirty="0"/>
            </a:br>
            <a:r>
              <a:rPr lang="ko-KR" altLang="en-US" dirty="0"/>
              <a:t>왜요</a:t>
            </a:r>
            <a:r>
              <a:rPr lang="en-US" altLang="ko-KR" dirty="0"/>
              <a:t>?</a:t>
            </a:r>
            <a:br>
              <a:rPr lang="ko-KR" altLang="en-US" dirty="0"/>
            </a:br>
            <a:r>
              <a:rPr lang="ko-KR" altLang="en-US" dirty="0"/>
              <a:t> </a:t>
            </a:r>
            <a:br>
              <a:rPr lang="ko-KR" altLang="en-US" dirty="0"/>
            </a:br>
            <a:r>
              <a:rPr lang="ko-KR" altLang="en-US" dirty="0"/>
              <a:t>당신이 너무 </a:t>
            </a:r>
            <a:r>
              <a:rPr lang="ko-KR" altLang="en-US" dirty="0" err="1"/>
              <a:t>좋아서요</a:t>
            </a:r>
            <a:r>
              <a:rPr lang="en-US" altLang="ko-KR" dirty="0"/>
              <a:t>.</a:t>
            </a:r>
            <a:br>
              <a:rPr lang="ko-KR" altLang="en-US" dirty="0"/>
            </a:br>
            <a:r>
              <a:rPr lang="ko-KR" altLang="en-US" dirty="0"/>
              <a:t> </a:t>
            </a:r>
            <a:br>
              <a:rPr lang="ko-KR" altLang="en-US" dirty="0"/>
            </a:br>
            <a:r>
              <a:rPr lang="ko-KR" altLang="en-US" dirty="0"/>
              <a:t>나도 그쪽 진찰하기 싫네요</a:t>
            </a:r>
            <a:r>
              <a:rPr lang="en-US" altLang="ko-KR" dirty="0"/>
              <a:t>.</a:t>
            </a:r>
            <a:br>
              <a:rPr lang="ko-KR" altLang="en-US" dirty="0"/>
            </a:br>
            <a:r>
              <a:rPr lang="ko-KR" altLang="en-US" dirty="0"/>
              <a:t> </a:t>
            </a:r>
            <a:br>
              <a:rPr lang="ko-KR" altLang="en-US" dirty="0"/>
            </a:br>
            <a:r>
              <a:rPr lang="ko-KR" altLang="en-US" dirty="0"/>
              <a:t>싫다고요</a:t>
            </a:r>
            <a:r>
              <a:rPr lang="en-US" altLang="ko-KR" dirty="0"/>
              <a:t>? </a:t>
            </a:r>
            <a:r>
              <a:rPr lang="ko-KR" altLang="en-US" dirty="0"/>
              <a:t>왜요</a:t>
            </a:r>
            <a:r>
              <a:rPr lang="en-US" altLang="ko-KR" dirty="0"/>
              <a:t>?</a:t>
            </a:r>
            <a:br>
              <a:rPr lang="ko-KR" altLang="en-US" dirty="0"/>
            </a:br>
            <a:r>
              <a:rPr lang="ko-KR" altLang="en-US" dirty="0"/>
              <a:t> </a:t>
            </a:r>
            <a:br>
              <a:rPr lang="ko-KR" altLang="en-US" dirty="0"/>
            </a:br>
            <a:r>
              <a:rPr lang="ko-KR" altLang="en-US" dirty="0"/>
              <a:t>당신이 너무 </a:t>
            </a:r>
            <a:r>
              <a:rPr lang="ko-KR" altLang="en-US" dirty="0" err="1"/>
              <a:t>좋아서요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796104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8710B6-2F75-271A-431E-A5BF04359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1330E9E-47E1-470E-767B-E5C203A60579}"/>
              </a:ext>
            </a:extLst>
          </p:cNvPr>
          <p:cNvSpPr txBox="1"/>
          <p:nvPr/>
        </p:nvSpPr>
        <p:spPr>
          <a:xfrm>
            <a:off x="266700" y="466725"/>
            <a:ext cx="338919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Love emotional talk in movies.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C38C27-3131-9FB5-323E-C8192F47ADC5}"/>
              </a:ext>
            </a:extLst>
          </p:cNvPr>
          <p:cNvSpPr txBox="1"/>
          <p:nvPr/>
        </p:nvSpPr>
        <p:spPr>
          <a:xfrm>
            <a:off x="6384324" y="907442"/>
            <a:ext cx="5675871" cy="587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fontAlgn="base">
              <a:buFontTx/>
              <a:buChar char="-"/>
            </a:pPr>
            <a:r>
              <a:rPr lang="ko-KR" altLang="en-US" dirty="0"/>
              <a:t>조 블랙의 사랑</a:t>
            </a:r>
            <a:r>
              <a:rPr lang="en-US" altLang="ko-KR" dirty="0"/>
              <a:t> –</a:t>
            </a:r>
          </a:p>
          <a:p>
            <a:pPr marL="285750" lvl="0" indent="-285750" fontAlgn="base">
              <a:buFontTx/>
              <a:buChar char="-"/>
            </a:pPr>
            <a:endParaRPr lang="en-US" altLang="ko-KR" dirty="0"/>
          </a:p>
          <a:p>
            <a:pPr lvl="0" fontAlgn="base"/>
            <a:r>
              <a:rPr lang="ko-KR" altLang="en-US" sz="1700" dirty="0"/>
              <a:t>좀 시끄러웠죠</a:t>
            </a:r>
            <a:r>
              <a:rPr lang="en-US" altLang="ko-KR" sz="1700" dirty="0"/>
              <a:t>?</a:t>
            </a:r>
            <a:br>
              <a:rPr lang="ko-KR" altLang="en-US" sz="1700" dirty="0"/>
            </a:br>
            <a:r>
              <a:rPr lang="ko-KR" altLang="en-US" sz="1700" dirty="0"/>
              <a:t>미안해요</a:t>
            </a:r>
            <a:r>
              <a:rPr lang="en-US" altLang="ko-KR" sz="1700" dirty="0"/>
              <a:t>.</a:t>
            </a:r>
            <a:br>
              <a:rPr lang="ko-KR" altLang="en-US" sz="1700" dirty="0"/>
            </a:br>
            <a:r>
              <a:rPr lang="ko-KR" altLang="en-US" sz="1700" dirty="0"/>
              <a:t> </a:t>
            </a:r>
            <a:br>
              <a:rPr lang="ko-KR" altLang="en-US" sz="1700" dirty="0"/>
            </a:br>
            <a:r>
              <a:rPr lang="ko-KR" altLang="en-US" sz="1700" dirty="0" err="1"/>
              <a:t>아니에요</a:t>
            </a:r>
            <a:r>
              <a:rPr lang="en-US" altLang="ko-KR" sz="1700" dirty="0"/>
              <a:t>.</a:t>
            </a:r>
            <a:br>
              <a:rPr lang="ko-KR" altLang="en-US" sz="1700" dirty="0"/>
            </a:br>
            <a:r>
              <a:rPr lang="ko-KR" altLang="en-US" sz="1700" dirty="0"/>
              <a:t> </a:t>
            </a:r>
            <a:br>
              <a:rPr lang="ko-KR" altLang="en-US" sz="1700" dirty="0"/>
            </a:br>
            <a:r>
              <a:rPr lang="ko-KR" altLang="en-US" sz="1700" dirty="0"/>
              <a:t>여동생 전화였어요</a:t>
            </a:r>
            <a:r>
              <a:rPr lang="en-US" altLang="ko-KR" sz="1700" dirty="0"/>
              <a:t>.</a:t>
            </a:r>
            <a:br>
              <a:rPr lang="ko-KR" altLang="en-US" sz="1700" dirty="0"/>
            </a:br>
            <a:r>
              <a:rPr lang="ko-KR" altLang="en-US" sz="1700" dirty="0"/>
              <a:t>얼마전에 </a:t>
            </a:r>
            <a:r>
              <a:rPr lang="ko-KR" altLang="en-US" sz="1700" dirty="0" err="1"/>
              <a:t>남자친구랑</a:t>
            </a:r>
            <a:r>
              <a:rPr lang="ko-KR" altLang="en-US" sz="1700" dirty="0"/>
              <a:t> 헤어졌는데</a:t>
            </a:r>
            <a:r>
              <a:rPr lang="en-US" altLang="ko-KR" sz="1700" dirty="0"/>
              <a:t>, </a:t>
            </a:r>
            <a:r>
              <a:rPr lang="ko-KR" altLang="en-US" sz="1700" dirty="0"/>
              <a:t>법대를 그만 둔다네요</a:t>
            </a:r>
            <a:r>
              <a:rPr lang="en-US" altLang="ko-KR" sz="1700" dirty="0"/>
              <a:t>.</a:t>
            </a:r>
            <a:br>
              <a:rPr lang="ko-KR" altLang="en-US" sz="1700" dirty="0"/>
            </a:br>
            <a:r>
              <a:rPr lang="ko-KR" altLang="en-US" sz="1700" dirty="0"/>
              <a:t>남자 녀석이 문제였어요</a:t>
            </a:r>
            <a:r>
              <a:rPr lang="en-US" altLang="ko-KR" sz="1700" dirty="0"/>
              <a:t>. </a:t>
            </a:r>
            <a:r>
              <a:rPr lang="ko-KR" altLang="en-US" sz="1700" dirty="0"/>
              <a:t>목표가 없었고</a:t>
            </a:r>
            <a:r>
              <a:rPr lang="en-US" altLang="ko-KR" sz="1700" dirty="0"/>
              <a:t>, </a:t>
            </a:r>
            <a:r>
              <a:rPr lang="ko-KR" altLang="en-US" sz="1700" dirty="0"/>
              <a:t>바람을 피우다 여동생한테 딱 걸린 겁니다</a:t>
            </a:r>
            <a:r>
              <a:rPr lang="en-US" altLang="ko-KR" sz="1700" dirty="0"/>
              <a:t>.</a:t>
            </a:r>
            <a:br>
              <a:rPr lang="ko-KR" altLang="en-US" sz="1700" dirty="0"/>
            </a:br>
            <a:r>
              <a:rPr lang="ko-KR" altLang="en-US" sz="1700" dirty="0"/>
              <a:t>한 명으론 만족을 못 </a:t>
            </a:r>
            <a:r>
              <a:rPr lang="ko-KR" altLang="en-US" sz="1700" dirty="0" err="1"/>
              <a:t>한거죠</a:t>
            </a:r>
            <a:r>
              <a:rPr lang="en-US" altLang="ko-KR" sz="1700" dirty="0"/>
              <a:t>.</a:t>
            </a:r>
            <a:br>
              <a:rPr lang="ko-KR" altLang="en-US" sz="1700" dirty="0"/>
            </a:br>
            <a:r>
              <a:rPr lang="ko-KR" altLang="en-US" sz="1700" dirty="0"/>
              <a:t> </a:t>
            </a:r>
            <a:br>
              <a:rPr lang="ko-KR" altLang="en-US" sz="1700" dirty="0"/>
            </a:br>
            <a:r>
              <a:rPr lang="ko-KR" altLang="en-US" sz="1700" dirty="0"/>
              <a:t>본인은 일편단심이에요</a:t>
            </a:r>
            <a:r>
              <a:rPr lang="en-US" altLang="ko-KR" sz="1700" dirty="0"/>
              <a:t>?</a:t>
            </a:r>
            <a:br>
              <a:rPr lang="ko-KR" altLang="en-US" sz="1700" dirty="0"/>
            </a:br>
            <a:r>
              <a:rPr lang="ko-KR" altLang="en-US" sz="1700" dirty="0"/>
              <a:t> </a:t>
            </a:r>
            <a:br>
              <a:rPr lang="ko-KR" altLang="en-US" sz="1700" dirty="0"/>
            </a:br>
            <a:r>
              <a:rPr lang="ko-KR" altLang="en-US" sz="1700" dirty="0"/>
              <a:t>그럼요</a:t>
            </a:r>
            <a:r>
              <a:rPr lang="en-US" altLang="ko-KR" sz="1700" dirty="0"/>
              <a:t>.</a:t>
            </a:r>
            <a:br>
              <a:rPr lang="ko-KR" altLang="en-US" sz="1700" dirty="0"/>
            </a:br>
            <a:r>
              <a:rPr lang="ko-KR" altLang="en-US" sz="1700" dirty="0" err="1"/>
              <a:t>진짜에요</a:t>
            </a:r>
            <a:r>
              <a:rPr lang="en-US" altLang="ko-KR" sz="1700" dirty="0"/>
              <a:t>.</a:t>
            </a:r>
            <a:br>
              <a:rPr lang="ko-KR" altLang="en-US" sz="1700" dirty="0"/>
            </a:br>
            <a:r>
              <a:rPr lang="ko-KR" altLang="en-US" sz="1700" dirty="0"/>
              <a:t> </a:t>
            </a:r>
            <a:br>
              <a:rPr lang="ko-KR" altLang="en-US" sz="1700" dirty="0"/>
            </a:br>
            <a:r>
              <a:rPr lang="ko-KR" altLang="en-US" sz="1700" dirty="0"/>
              <a:t>알겠어요</a:t>
            </a:r>
            <a:r>
              <a:rPr lang="en-US" altLang="ko-KR" sz="1700" dirty="0"/>
              <a:t>.</a:t>
            </a:r>
            <a:br>
              <a:rPr lang="ko-KR" altLang="en-US" sz="1700" dirty="0"/>
            </a:br>
            <a:r>
              <a:rPr lang="ko-KR" altLang="en-US" sz="1700" dirty="0"/>
              <a:t> </a:t>
            </a:r>
            <a:br>
              <a:rPr lang="ko-KR" altLang="en-US" sz="1700" dirty="0"/>
            </a:br>
            <a:r>
              <a:rPr lang="ko-KR" altLang="en-US" sz="1700" dirty="0"/>
              <a:t>실은 내 짝을 찾고 있는 </a:t>
            </a:r>
            <a:r>
              <a:rPr lang="ko-KR" altLang="en-US" sz="1700" dirty="0" err="1"/>
              <a:t>중이에요</a:t>
            </a:r>
            <a:r>
              <a:rPr lang="en-US" altLang="ko-KR" sz="1700" dirty="0"/>
              <a:t>.</a:t>
            </a:r>
            <a:br>
              <a:rPr lang="ko-KR" altLang="en-US" sz="1700" dirty="0"/>
            </a:br>
            <a:r>
              <a:rPr lang="ko-KR" altLang="en-US" sz="1700" dirty="0"/>
              <a:t>혹시 알아요</a:t>
            </a:r>
            <a:r>
              <a:rPr lang="en-US" altLang="ko-KR" sz="1700" dirty="0"/>
              <a:t>? </a:t>
            </a:r>
            <a:r>
              <a:rPr lang="ko-KR" altLang="en-US" sz="1700" dirty="0"/>
              <a:t>그게 당신일지</a:t>
            </a:r>
            <a:r>
              <a:rPr lang="en-US" altLang="ko-KR" sz="1700" dirty="0"/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023E40-5842-ADC9-A2E5-51DFB1B3162D}"/>
              </a:ext>
            </a:extLst>
          </p:cNvPr>
          <p:cNvSpPr txBox="1"/>
          <p:nvPr/>
        </p:nvSpPr>
        <p:spPr>
          <a:xfrm>
            <a:off x="555024" y="973428"/>
            <a:ext cx="58293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fontAlgn="base">
              <a:buFontTx/>
              <a:buChar char="-"/>
            </a:pPr>
            <a:r>
              <a:rPr lang="en-US" altLang="ko-KR" dirty="0"/>
              <a:t>Meet Joe Black –</a:t>
            </a:r>
          </a:p>
          <a:p>
            <a:pPr marL="285750" lvl="0" indent="-285750" fontAlgn="base">
              <a:buFontTx/>
              <a:buChar char="-"/>
            </a:pPr>
            <a:endParaRPr lang="en-US" altLang="ko-KR" dirty="0"/>
          </a:p>
          <a:p>
            <a:pPr lvl="0" fontAlgn="base"/>
            <a:r>
              <a:rPr lang="en-US" altLang="ko-KR" dirty="0"/>
              <a:t>Was it a bit noisy?</a:t>
            </a:r>
          </a:p>
          <a:p>
            <a:pPr lvl="0" fontAlgn="base"/>
            <a:r>
              <a:rPr lang="en-US" altLang="ko-KR" dirty="0"/>
              <a:t>Sorry.</a:t>
            </a:r>
          </a:p>
          <a:p>
            <a:pPr lvl="0" fontAlgn="base"/>
            <a:endParaRPr lang="en-US" altLang="ko-KR" dirty="0"/>
          </a:p>
          <a:p>
            <a:pPr lvl="0" fontAlgn="base"/>
            <a:r>
              <a:rPr lang="en-US" altLang="ko-KR" dirty="0"/>
              <a:t>No, it’s fine.</a:t>
            </a:r>
          </a:p>
          <a:p>
            <a:pPr lvl="0" fontAlgn="base"/>
            <a:endParaRPr lang="en-US" altLang="ko-KR" dirty="0"/>
          </a:p>
          <a:p>
            <a:pPr lvl="0" fontAlgn="base"/>
            <a:r>
              <a:rPr lang="en-US" altLang="ko-KR" dirty="0"/>
              <a:t>It was my little sister on the phone.</a:t>
            </a:r>
          </a:p>
          <a:p>
            <a:pPr lvl="0" fontAlgn="base"/>
            <a:r>
              <a:rPr lang="en-US" altLang="ko-KR" dirty="0"/>
              <a:t>She broke up with her boyfriend recently, and now she’s thinking of quitting law school.</a:t>
            </a:r>
          </a:p>
          <a:p>
            <a:pPr lvl="0" fontAlgn="base"/>
            <a:r>
              <a:rPr lang="en-US" altLang="ko-KR" dirty="0"/>
              <a:t>The guy was the problem. No ambition, and she caught him cheating on her.</a:t>
            </a:r>
          </a:p>
          <a:p>
            <a:pPr lvl="0" fontAlgn="base"/>
            <a:r>
              <a:rPr lang="en-US" altLang="ko-KR" dirty="0"/>
              <a:t>Guess one woman wasn’t enough for him.</a:t>
            </a:r>
          </a:p>
          <a:p>
            <a:pPr lvl="0" fontAlgn="base"/>
            <a:endParaRPr lang="en-US" altLang="ko-KR" dirty="0"/>
          </a:p>
          <a:p>
            <a:pPr lvl="0" fontAlgn="base"/>
            <a:r>
              <a:rPr lang="en-US" altLang="ko-KR" dirty="0"/>
              <a:t>Are you the faithful type, then?</a:t>
            </a:r>
          </a:p>
          <a:p>
            <a:pPr lvl="0" fontAlgn="base"/>
            <a:endParaRPr lang="en-US" altLang="ko-KR" dirty="0"/>
          </a:p>
          <a:p>
            <a:pPr lvl="0" fontAlgn="base"/>
            <a:r>
              <a:rPr lang="en-US" altLang="ko-KR" dirty="0"/>
              <a:t>Of course.</a:t>
            </a:r>
          </a:p>
          <a:p>
            <a:pPr lvl="0" fontAlgn="base"/>
            <a:r>
              <a:rPr lang="en-US" altLang="ko-KR" dirty="0"/>
              <a:t>I really am.</a:t>
            </a:r>
          </a:p>
          <a:p>
            <a:pPr lvl="0" fontAlgn="base"/>
            <a:r>
              <a:rPr lang="en-US" altLang="ko-KR" dirty="0"/>
              <a:t>To be honest, I’m looking for my match.</a:t>
            </a:r>
          </a:p>
          <a:p>
            <a:pPr lvl="0" fontAlgn="base"/>
            <a:r>
              <a:rPr lang="en-US" altLang="ko-KR" dirty="0"/>
              <a:t>Who knows? Maybe that’s you.</a:t>
            </a:r>
          </a:p>
        </p:txBody>
      </p:sp>
    </p:spTree>
    <p:extLst>
      <p:ext uri="{BB962C8B-B14F-4D97-AF65-F5344CB8AC3E}">
        <p14:creationId xmlns:p14="http://schemas.microsoft.com/office/powerpoint/2010/main" val="13955657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D7A5E4-8E58-A751-CA2F-C1A1354F4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F3ECE3D-2FFE-8E00-0A3C-F3893E4F7380}"/>
              </a:ext>
            </a:extLst>
          </p:cNvPr>
          <p:cNvSpPr txBox="1"/>
          <p:nvPr/>
        </p:nvSpPr>
        <p:spPr>
          <a:xfrm>
            <a:off x="266700" y="466725"/>
            <a:ext cx="338919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Love emotional talk in movies.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A1BD3B-CC93-8032-C4AB-E10AFC62CC9B}"/>
              </a:ext>
            </a:extLst>
          </p:cNvPr>
          <p:cNvSpPr txBox="1"/>
          <p:nvPr/>
        </p:nvSpPr>
        <p:spPr>
          <a:xfrm>
            <a:off x="266700" y="1143416"/>
            <a:ext cx="536257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fontAlgn="base">
              <a:buFontTx/>
              <a:buChar char="-"/>
            </a:pPr>
            <a:r>
              <a:rPr lang="en-US" altLang="ko-KR" dirty="0"/>
              <a:t>My Best Friend’s Wedding –</a:t>
            </a:r>
          </a:p>
          <a:p>
            <a:pPr marL="285750" lvl="0" indent="-285750" fontAlgn="base">
              <a:buFontTx/>
              <a:buChar char="-"/>
            </a:pPr>
            <a:endParaRPr lang="en-US" altLang="ko-KR" dirty="0"/>
          </a:p>
          <a:p>
            <a:pPr lvl="0" fontAlgn="base"/>
            <a:r>
              <a:rPr lang="en-US" altLang="ko-KR" dirty="0"/>
              <a:t>I realize this comes at a very inopportune time,</a:t>
            </a:r>
          </a:p>
          <a:p>
            <a:pPr lvl="0" fontAlgn="base"/>
            <a:r>
              <a:rPr lang="en-US" altLang="ko-KR" dirty="0"/>
              <a:t>but I really have this gigantic favor to ask of you.</a:t>
            </a:r>
          </a:p>
          <a:p>
            <a:pPr lvl="0" fontAlgn="base"/>
            <a:r>
              <a:rPr lang="en-US" altLang="ko-KR" dirty="0"/>
              <a:t>Choose me, Marry me.</a:t>
            </a:r>
          </a:p>
          <a:p>
            <a:pPr lvl="0" fontAlgn="base"/>
            <a:r>
              <a:rPr lang="en-US" altLang="ko-KR" dirty="0"/>
              <a:t>Let me make you happy.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9A3B08-D59F-87A4-F006-3C2B92EC0D9D}"/>
              </a:ext>
            </a:extLst>
          </p:cNvPr>
          <p:cNvSpPr txBox="1"/>
          <p:nvPr/>
        </p:nvSpPr>
        <p:spPr>
          <a:xfrm>
            <a:off x="6562725" y="1143416"/>
            <a:ext cx="536257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fontAlgn="base">
              <a:buFontTx/>
              <a:buChar char="-"/>
            </a:pPr>
            <a:r>
              <a:rPr lang="ko-KR" altLang="en-US" dirty="0"/>
              <a:t>내 절친의 결혼식</a:t>
            </a:r>
            <a:r>
              <a:rPr lang="en-US" altLang="ko-KR" dirty="0"/>
              <a:t>–</a:t>
            </a:r>
          </a:p>
          <a:p>
            <a:pPr lvl="0" fontAlgn="base"/>
            <a:endParaRPr lang="en-US" altLang="ko-KR" dirty="0"/>
          </a:p>
          <a:p>
            <a:pPr lvl="0" fontAlgn="base"/>
            <a:r>
              <a:rPr lang="ko-KR" altLang="en-US" dirty="0"/>
              <a:t>이 말이 정말 상황에 맞지 않는다는 걸 알아요</a:t>
            </a:r>
            <a:r>
              <a:rPr lang="en-US" altLang="ko-KR" dirty="0"/>
              <a:t>.</a:t>
            </a:r>
            <a:br>
              <a:rPr lang="ko-KR" altLang="en-US" dirty="0"/>
            </a:br>
            <a:r>
              <a:rPr lang="ko-KR" altLang="en-US" dirty="0"/>
              <a:t>하지만 부탁이 하나 있어요</a:t>
            </a:r>
            <a:r>
              <a:rPr lang="en-US" altLang="ko-KR" dirty="0"/>
              <a:t>.</a:t>
            </a:r>
            <a:br>
              <a:rPr lang="ko-KR" altLang="en-US" dirty="0"/>
            </a:br>
            <a:r>
              <a:rPr lang="ko-KR" altLang="en-US" dirty="0"/>
              <a:t>저를 선택해 주세요</a:t>
            </a:r>
            <a:r>
              <a:rPr lang="en-US" altLang="ko-KR" dirty="0"/>
              <a:t>, </a:t>
            </a:r>
            <a:r>
              <a:rPr lang="ko-KR" altLang="en-US" dirty="0"/>
              <a:t>저와 결혼해 주세요</a:t>
            </a:r>
            <a:r>
              <a:rPr lang="en-US" altLang="ko-KR" dirty="0"/>
              <a:t>.</a:t>
            </a:r>
            <a:br>
              <a:rPr lang="ko-KR" altLang="en-US" dirty="0"/>
            </a:br>
            <a:r>
              <a:rPr lang="ko-KR" altLang="en-US" dirty="0"/>
              <a:t>제가 당신을 행복하게 해 줄게요</a:t>
            </a:r>
            <a:r>
              <a:rPr lang="en-US" altLang="ko-KR" dirty="0"/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10F948-5783-F5F6-0FF7-053C129CD9F1}"/>
              </a:ext>
            </a:extLst>
          </p:cNvPr>
          <p:cNvSpPr txBox="1"/>
          <p:nvPr/>
        </p:nvSpPr>
        <p:spPr>
          <a:xfrm>
            <a:off x="266700" y="3636409"/>
            <a:ext cx="536257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fontAlgn="base">
              <a:buFontTx/>
              <a:buChar char="-"/>
            </a:pPr>
            <a:r>
              <a:rPr lang="en-US" altLang="ko-KR" dirty="0"/>
              <a:t>Love, Rosie –</a:t>
            </a:r>
          </a:p>
          <a:p>
            <a:pPr marL="285750" lvl="0" indent="-285750" fontAlgn="base">
              <a:buFontTx/>
              <a:buChar char="-"/>
            </a:pPr>
            <a:endParaRPr lang="en-US" altLang="ko-KR" dirty="0"/>
          </a:p>
          <a:p>
            <a:pPr lvl="0" fontAlgn="base"/>
            <a:r>
              <a:rPr lang="en-US" altLang="ko-KR" dirty="0"/>
              <a:t>Wherever you are,</a:t>
            </a:r>
          </a:p>
          <a:p>
            <a:pPr lvl="0" fontAlgn="base"/>
            <a:r>
              <a:rPr lang="en-US" altLang="ko-KR" dirty="0"/>
              <a:t>whatever you’re doing,</a:t>
            </a:r>
          </a:p>
          <a:p>
            <a:pPr lvl="0" fontAlgn="base"/>
            <a:r>
              <a:rPr lang="en-US" altLang="ko-KR" dirty="0"/>
              <a:t>whoever you’re with,</a:t>
            </a:r>
          </a:p>
          <a:p>
            <a:pPr lvl="0" fontAlgn="base"/>
            <a:r>
              <a:rPr lang="en-US" altLang="ko-KR" dirty="0"/>
              <a:t>I’ll love you completely</a:t>
            </a:r>
          </a:p>
          <a:p>
            <a:pPr lvl="0" fontAlgn="base"/>
            <a:r>
              <a:rPr lang="en-US" altLang="ko-KR" dirty="0"/>
              <a:t>with all my heart</a:t>
            </a:r>
          </a:p>
          <a:p>
            <a:pPr lvl="0" fontAlgn="base"/>
            <a:r>
              <a:rPr lang="en-US" altLang="ko-KR" dirty="0"/>
              <a:t>and all my truth,</a:t>
            </a:r>
          </a:p>
          <a:p>
            <a:pPr lvl="0" fontAlgn="base"/>
            <a:r>
              <a:rPr lang="en-US" altLang="ko-KR" dirty="0"/>
              <a:t>always.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5D9702-400D-0B19-E168-038954544F3D}"/>
              </a:ext>
            </a:extLst>
          </p:cNvPr>
          <p:cNvSpPr txBox="1"/>
          <p:nvPr/>
        </p:nvSpPr>
        <p:spPr>
          <a:xfrm>
            <a:off x="6562725" y="3636408"/>
            <a:ext cx="536257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fontAlgn="base">
              <a:buFontTx/>
              <a:buChar char="-"/>
            </a:pPr>
            <a:r>
              <a:rPr lang="ko-KR" altLang="en-US" dirty="0"/>
              <a:t>러브</a:t>
            </a:r>
            <a:r>
              <a:rPr lang="en-US" altLang="ko-KR" dirty="0"/>
              <a:t>, </a:t>
            </a:r>
            <a:r>
              <a:rPr lang="ko-KR" altLang="en-US" dirty="0" err="1"/>
              <a:t>로지</a:t>
            </a:r>
            <a:r>
              <a:rPr lang="en-US" altLang="ko-KR" dirty="0"/>
              <a:t> –</a:t>
            </a:r>
          </a:p>
          <a:p>
            <a:pPr lvl="0" fontAlgn="base"/>
            <a:endParaRPr lang="en-US" altLang="ko-KR" dirty="0"/>
          </a:p>
          <a:p>
            <a:pPr lvl="0" fontAlgn="base"/>
            <a:r>
              <a:rPr lang="ko-KR" altLang="en-US" dirty="0"/>
              <a:t>네가 어디에 있든</a:t>
            </a:r>
            <a:br>
              <a:rPr lang="ko-KR" altLang="en-US" dirty="0"/>
            </a:br>
            <a:r>
              <a:rPr lang="ko-KR" altLang="en-US" dirty="0"/>
              <a:t>뭘 하든</a:t>
            </a:r>
            <a:br>
              <a:rPr lang="ko-KR" altLang="en-US" dirty="0"/>
            </a:br>
            <a:r>
              <a:rPr lang="ko-KR" altLang="en-US" dirty="0"/>
              <a:t>누구와 있든</a:t>
            </a:r>
            <a:br>
              <a:rPr lang="ko-KR" altLang="en-US" dirty="0"/>
            </a:br>
            <a:r>
              <a:rPr lang="ko-KR" altLang="en-US" dirty="0"/>
              <a:t>난 언제까지나</a:t>
            </a:r>
            <a:br>
              <a:rPr lang="ko-KR" altLang="en-US" dirty="0"/>
            </a:br>
            <a:r>
              <a:rPr lang="ko-KR" altLang="en-US" dirty="0"/>
              <a:t>온 마음과 진심으로</a:t>
            </a:r>
            <a:br>
              <a:rPr lang="ko-KR" altLang="en-US" dirty="0"/>
            </a:br>
            <a:r>
              <a:rPr lang="ko-KR" altLang="en-US" dirty="0"/>
              <a:t>온전히 널 사랑할 거야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6950659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061ECA-E4C6-6233-F4E8-0268C4DF98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3840601-B080-E107-DBF6-0EA959E74324}"/>
              </a:ext>
            </a:extLst>
          </p:cNvPr>
          <p:cNvSpPr txBox="1"/>
          <p:nvPr/>
        </p:nvSpPr>
        <p:spPr>
          <a:xfrm>
            <a:off x="266700" y="466725"/>
            <a:ext cx="338919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Love emotional talk in movies.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5FFA27-6652-0D41-0F27-78AB653A4A1A}"/>
              </a:ext>
            </a:extLst>
          </p:cNvPr>
          <p:cNvSpPr txBox="1"/>
          <p:nvPr/>
        </p:nvSpPr>
        <p:spPr>
          <a:xfrm>
            <a:off x="6562724" y="1174405"/>
            <a:ext cx="536257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fontAlgn="base">
              <a:buFontTx/>
              <a:buChar char="-"/>
            </a:pPr>
            <a:r>
              <a:rPr lang="ko-KR" altLang="en-US" dirty="0"/>
              <a:t>시애틀의 잠 못 이루는 밤</a:t>
            </a:r>
            <a:r>
              <a:rPr lang="en-US" altLang="ko-KR" dirty="0"/>
              <a:t> –</a:t>
            </a:r>
          </a:p>
          <a:p>
            <a:pPr marL="285750" lvl="0" indent="-285750" fontAlgn="base">
              <a:buFontTx/>
              <a:buChar char="-"/>
            </a:pPr>
            <a:endParaRPr lang="en-US" altLang="ko-KR" dirty="0"/>
          </a:p>
          <a:p>
            <a:pPr lvl="0" fontAlgn="base"/>
            <a:r>
              <a:rPr lang="ko-KR" altLang="en-US" dirty="0"/>
              <a:t>나는 처음부터 그녀를 만졌을 때 알고 있었어</a:t>
            </a:r>
            <a:r>
              <a:rPr lang="en-US" altLang="ko-KR" dirty="0"/>
              <a:t>. </a:t>
            </a:r>
            <a:r>
              <a:rPr lang="ko-KR" altLang="en-US" dirty="0"/>
              <a:t>마치 집에 온 것 같았어</a:t>
            </a:r>
            <a:r>
              <a:rPr lang="en-US" altLang="ko-KR" dirty="0"/>
              <a:t>, </a:t>
            </a:r>
            <a:r>
              <a:rPr lang="ko-KR" altLang="en-US" dirty="0"/>
              <a:t>그녀가 차에서 내리는 것을 도와주려고 손을 잡았는데 난 그때 알게 되었어</a:t>
            </a:r>
            <a:r>
              <a:rPr lang="en-US" altLang="ko-KR" dirty="0"/>
              <a:t>. </a:t>
            </a:r>
            <a:r>
              <a:rPr lang="ko-KR" altLang="en-US" dirty="0"/>
              <a:t>그건 마치 마술이었어</a:t>
            </a:r>
            <a:r>
              <a:rPr lang="en-US" altLang="ko-KR" dirty="0"/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18A07C-2D9B-387A-5B5D-C78A6B503299}"/>
              </a:ext>
            </a:extLst>
          </p:cNvPr>
          <p:cNvSpPr txBox="1"/>
          <p:nvPr/>
        </p:nvSpPr>
        <p:spPr>
          <a:xfrm>
            <a:off x="266700" y="1174405"/>
            <a:ext cx="536257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fontAlgn="base">
              <a:buFontTx/>
              <a:buChar char="-"/>
            </a:pPr>
            <a:r>
              <a:rPr lang="en-US" altLang="ko-KR" dirty="0"/>
              <a:t>Sleepless in Seattle –</a:t>
            </a:r>
          </a:p>
          <a:p>
            <a:pPr lvl="0" fontAlgn="base"/>
            <a:endParaRPr lang="en-US" altLang="ko-KR" dirty="0"/>
          </a:p>
          <a:p>
            <a:pPr lvl="0" fontAlgn="base"/>
            <a:r>
              <a:rPr lang="en-US" altLang="ko-KR" dirty="0"/>
              <a:t>I knew it from the first moment I touched her.</a:t>
            </a:r>
          </a:p>
          <a:p>
            <a:pPr lvl="0" fontAlgn="base"/>
            <a:r>
              <a:rPr lang="en-US" altLang="ko-KR" dirty="0"/>
              <a:t>It felt like coming home.</a:t>
            </a:r>
          </a:p>
          <a:p>
            <a:pPr lvl="0" fontAlgn="base"/>
            <a:r>
              <a:rPr lang="en-US" altLang="ko-KR" dirty="0"/>
              <a:t>When I took her hand to help her out of the car, I just knew.</a:t>
            </a:r>
          </a:p>
          <a:p>
            <a:pPr lvl="0" fontAlgn="base"/>
            <a:r>
              <a:rPr lang="en-US" altLang="ko-KR" dirty="0"/>
              <a:t>It was like magic.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3AB89A-249D-4DF5-699B-BCF43992762F}"/>
              </a:ext>
            </a:extLst>
          </p:cNvPr>
          <p:cNvSpPr txBox="1"/>
          <p:nvPr/>
        </p:nvSpPr>
        <p:spPr>
          <a:xfrm>
            <a:off x="6562724" y="3673478"/>
            <a:ext cx="536257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fontAlgn="base">
              <a:buFontTx/>
              <a:buChar char="-"/>
            </a:pPr>
            <a:r>
              <a:rPr lang="ko-KR" altLang="en-US" dirty="0" err="1"/>
              <a:t>어벤져스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 err="1"/>
              <a:t>엔드게임</a:t>
            </a:r>
            <a:r>
              <a:rPr lang="en-US" altLang="ko-KR" dirty="0"/>
              <a:t>–</a:t>
            </a:r>
          </a:p>
          <a:p>
            <a:pPr marL="285750" lvl="0" indent="-285750" fontAlgn="base">
              <a:buFontTx/>
              <a:buChar char="-"/>
            </a:pPr>
            <a:endParaRPr lang="en-US" altLang="ko-KR" dirty="0"/>
          </a:p>
          <a:p>
            <a:pPr lvl="0" fontAlgn="base"/>
            <a:r>
              <a:rPr lang="ko-KR" altLang="en-US" dirty="0"/>
              <a:t>토니</a:t>
            </a:r>
            <a:r>
              <a:rPr lang="en-US" altLang="ko-KR" dirty="0"/>
              <a:t>.</a:t>
            </a:r>
            <a:br>
              <a:rPr lang="ko-KR" altLang="en-US" dirty="0"/>
            </a:br>
            <a:r>
              <a:rPr lang="ko-KR" altLang="en-US" dirty="0"/>
              <a:t> </a:t>
            </a:r>
            <a:br>
              <a:rPr lang="ko-KR" altLang="en-US" dirty="0"/>
            </a:br>
            <a:r>
              <a:rPr lang="ko-KR" altLang="en-US" dirty="0"/>
              <a:t>안녕 </a:t>
            </a:r>
            <a:r>
              <a:rPr lang="ko-KR" altLang="en-US" dirty="0" err="1"/>
              <a:t>페퍼</a:t>
            </a:r>
            <a:r>
              <a:rPr lang="en-US" altLang="ko-KR" dirty="0"/>
              <a:t>.</a:t>
            </a:r>
            <a:br>
              <a:rPr lang="ko-KR" altLang="en-US" dirty="0"/>
            </a:br>
            <a:r>
              <a:rPr lang="ko-KR" altLang="en-US" dirty="0"/>
              <a:t> </a:t>
            </a:r>
            <a:br>
              <a:rPr lang="ko-KR" altLang="en-US" dirty="0"/>
            </a:br>
            <a:r>
              <a:rPr lang="ko-KR" altLang="en-US" dirty="0"/>
              <a:t>토니</a:t>
            </a:r>
            <a:r>
              <a:rPr lang="en-US" altLang="ko-KR" dirty="0"/>
              <a:t>, </a:t>
            </a:r>
            <a:r>
              <a:rPr lang="ko-KR" altLang="en-US" dirty="0"/>
              <a:t>날 봐</a:t>
            </a:r>
            <a:r>
              <a:rPr lang="en-US" altLang="ko-KR" dirty="0"/>
              <a:t>.</a:t>
            </a:r>
            <a:br>
              <a:rPr lang="ko-KR" altLang="en-US" dirty="0"/>
            </a:br>
            <a:r>
              <a:rPr lang="ko-KR" altLang="en-US" dirty="0"/>
              <a:t>우린 괜찮을 거야</a:t>
            </a:r>
            <a:r>
              <a:rPr lang="en-US" altLang="ko-KR" dirty="0"/>
              <a:t>.</a:t>
            </a:r>
            <a:br>
              <a:rPr lang="ko-KR" altLang="en-US" dirty="0"/>
            </a:br>
            <a:r>
              <a:rPr lang="ko-KR" altLang="en-US" dirty="0"/>
              <a:t>이젠 쉬어도 돼</a:t>
            </a:r>
            <a:r>
              <a:rPr lang="en-US" altLang="ko-KR" dirty="0"/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A2C22E-9DFA-9EB1-7726-0C75DFAF0038}"/>
              </a:ext>
            </a:extLst>
          </p:cNvPr>
          <p:cNvSpPr txBox="1"/>
          <p:nvPr/>
        </p:nvSpPr>
        <p:spPr>
          <a:xfrm>
            <a:off x="266700" y="3652271"/>
            <a:ext cx="536257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fontAlgn="base">
              <a:buFontTx/>
              <a:buChar char="-"/>
            </a:pPr>
            <a:r>
              <a:rPr lang="en-US" altLang="ko-KR" dirty="0"/>
              <a:t>Avengers: Endgame –</a:t>
            </a:r>
          </a:p>
          <a:p>
            <a:pPr lvl="0" fontAlgn="base"/>
            <a:endParaRPr lang="en-US" altLang="ko-KR" dirty="0"/>
          </a:p>
          <a:p>
            <a:pPr lvl="0" fontAlgn="base"/>
            <a:r>
              <a:rPr lang="en-US" altLang="ko-KR" dirty="0"/>
              <a:t>Tony.</a:t>
            </a:r>
          </a:p>
          <a:p>
            <a:pPr lvl="0" fontAlgn="base"/>
            <a:endParaRPr lang="en-US" altLang="ko-KR" dirty="0"/>
          </a:p>
          <a:p>
            <a:pPr lvl="0" fontAlgn="base"/>
            <a:r>
              <a:rPr lang="en-US" altLang="ko-KR" dirty="0"/>
              <a:t>Hi, Pepper.</a:t>
            </a:r>
          </a:p>
          <a:p>
            <a:pPr lvl="0" fontAlgn="base"/>
            <a:endParaRPr lang="en-US" altLang="ko-KR" dirty="0"/>
          </a:p>
          <a:p>
            <a:pPr lvl="0" fontAlgn="base"/>
            <a:r>
              <a:rPr lang="en-US" altLang="ko-KR" dirty="0"/>
              <a:t>Tony, look at me.</a:t>
            </a:r>
          </a:p>
          <a:p>
            <a:pPr lvl="0" fontAlgn="base"/>
            <a:r>
              <a:rPr lang="en-US" altLang="ko-KR" dirty="0"/>
              <a:t>We’re going to be okay.</a:t>
            </a:r>
          </a:p>
          <a:p>
            <a:pPr lvl="0" fontAlgn="base"/>
            <a:r>
              <a:rPr lang="en-US" altLang="ko-KR" dirty="0"/>
              <a:t>You can rest now.</a:t>
            </a:r>
          </a:p>
        </p:txBody>
      </p:sp>
    </p:spTree>
    <p:extLst>
      <p:ext uri="{BB962C8B-B14F-4D97-AF65-F5344CB8AC3E}">
        <p14:creationId xmlns:p14="http://schemas.microsoft.com/office/powerpoint/2010/main" val="35540795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0ED9E8-314F-3452-31B7-1C97DF2F5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1FFDA56-9090-20CF-5FBB-A12C9960B590}"/>
              </a:ext>
            </a:extLst>
          </p:cNvPr>
          <p:cNvSpPr txBox="1"/>
          <p:nvPr/>
        </p:nvSpPr>
        <p:spPr>
          <a:xfrm>
            <a:off x="266700" y="466725"/>
            <a:ext cx="342125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Love emotional talk in dramas.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B65BFC-3F36-F0F2-F788-7B420C983A05}"/>
              </a:ext>
            </a:extLst>
          </p:cNvPr>
          <p:cNvSpPr txBox="1"/>
          <p:nvPr/>
        </p:nvSpPr>
        <p:spPr>
          <a:xfrm>
            <a:off x="161925" y="1286290"/>
            <a:ext cx="56769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fontAlgn="base">
              <a:buFontTx/>
              <a:buChar char="-"/>
            </a:pPr>
            <a:r>
              <a:rPr lang="ko-KR" altLang="en-US" dirty="0"/>
              <a:t>미스터 </a:t>
            </a:r>
            <a:r>
              <a:rPr lang="ko-KR" altLang="en-US" dirty="0" err="1"/>
              <a:t>선샤인</a:t>
            </a:r>
            <a:r>
              <a:rPr lang="en-US" altLang="ko-KR" dirty="0"/>
              <a:t>, Mr. Sunshine –</a:t>
            </a:r>
          </a:p>
          <a:p>
            <a:pPr marL="285750" lvl="0" indent="-285750" fontAlgn="base">
              <a:buFontTx/>
              <a:buChar char="-"/>
            </a:pPr>
            <a:endParaRPr lang="en-US" altLang="ko-KR" dirty="0"/>
          </a:p>
          <a:p>
            <a:pPr lvl="0" fontAlgn="base"/>
            <a:r>
              <a:rPr lang="ko-KR" altLang="en-US" dirty="0"/>
              <a:t>후회해도 이미 </a:t>
            </a:r>
            <a:r>
              <a:rPr lang="ko-KR" altLang="en-US" dirty="0" err="1"/>
              <a:t>늦었소</a:t>
            </a:r>
            <a:r>
              <a:rPr lang="en-US" altLang="ko-KR" dirty="0"/>
              <a:t>.</a:t>
            </a:r>
          </a:p>
          <a:p>
            <a:pPr lvl="0" fontAlgn="base"/>
            <a:r>
              <a:rPr lang="ko-KR" altLang="en-US" dirty="0"/>
              <a:t>러브가 쉬운 줄 알았는데</a:t>
            </a:r>
            <a:r>
              <a:rPr lang="en-US" altLang="ko-KR" dirty="0"/>
              <a:t>,</a:t>
            </a:r>
          </a:p>
          <a:p>
            <a:pPr lvl="0" fontAlgn="base"/>
            <a:r>
              <a:rPr lang="ko-KR" altLang="en-US" dirty="0"/>
              <a:t>꽤 어렵구려</a:t>
            </a:r>
            <a:r>
              <a:rPr lang="en-US" altLang="ko-KR" dirty="0"/>
              <a:t>.</a:t>
            </a:r>
          </a:p>
          <a:p>
            <a:pPr lvl="0" fontAlgn="base"/>
            <a:r>
              <a:rPr lang="ko-KR" altLang="en-US" dirty="0"/>
              <a:t>그만하는 건 언제든 할 수 있으니 오늘은 하지 맙시다</a:t>
            </a:r>
            <a:r>
              <a:rPr lang="en-US" altLang="ko-KR" dirty="0"/>
              <a:t>.</a:t>
            </a:r>
          </a:p>
          <a:p>
            <a:pPr lvl="0" fontAlgn="base"/>
            <a:r>
              <a:rPr lang="ko-KR" altLang="en-US" dirty="0"/>
              <a:t>오늘은 걷던 쪽으로만 한 걸음 더 갑시다</a:t>
            </a:r>
            <a:r>
              <a:rPr lang="en-US" altLang="ko-KR" dirty="0"/>
              <a:t>.</a:t>
            </a:r>
          </a:p>
          <a:p>
            <a:pPr lvl="0" fontAlgn="base"/>
            <a:endParaRPr lang="en-US" altLang="ko-KR" dirty="0"/>
          </a:p>
          <a:p>
            <a:pPr lvl="0" fontAlgn="base"/>
            <a:r>
              <a:rPr lang="en-US" altLang="ko-KR" dirty="0"/>
              <a:t>It’s too late for regrets.</a:t>
            </a:r>
          </a:p>
          <a:p>
            <a:pPr lvl="0" fontAlgn="base"/>
            <a:r>
              <a:rPr lang="en-US" altLang="ko-KR" dirty="0"/>
              <a:t>I thought love would be easy,</a:t>
            </a:r>
          </a:p>
          <a:p>
            <a:pPr lvl="0" fontAlgn="base"/>
            <a:r>
              <a:rPr lang="en-US" altLang="ko-KR" dirty="0"/>
              <a:t>but it’s actually pretty hard.</a:t>
            </a:r>
          </a:p>
          <a:p>
            <a:pPr lvl="0" fontAlgn="base"/>
            <a:r>
              <a:rPr lang="en-US" altLang="ko-KR" dirty="0"/>
              <a:t>You can give up anytime, so let’s not today.</a:t>
            </a:r>
          </a:p>
          <a:p>
            <a:pPr lvl="0" fontAlgn="base"/>
            <a:r>
              <a:rPr lang="en-US" altLang="ko-KR" dirty="0"/>
              <a:t>Today, let’s just take one more step in the direction we were walking.</a:t>
            </a:r>
          </a:p>
          <a:p>
            <a:pPr lvl="0" fontAlgn="base"/>
            <a:r>
              <a:rPr lang="en-US" altLang="ko-KR" dirty="0"/>
              <a:t>Ready to translate more movie dialogue whenever needed!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F85D2F-40CA-0831-4178-9113BF65FA6C}"/>
              </a:ext>
            </a:extLst>
          </p:cNvPr>
          <p:cNvSpPr txBox="1"/>
          <p:nvPr/>
        </p:nvSpPr>
        <p:spPr>
          <a:xfrm>
            <a:off x="6324600" y="1286290"/>
            <a:ext cx="58674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fontAlgn="base">
              <a:buFontTx/>
              <a:buChar char="-"/>
            </a:pPr>
            <a:r>
              <a:rPr lang="ko-KR" altLang="en-US" dirty="0"/>
              <a:t>내일 그대와</a:t>
            </a:r>
            <a:r>
              <a:rPr lang="en-US" altLang="ko-KR" dirty="0"/>
              <a:t>, Tomorrow, with you-</a:t>
            </a:r>
          </a:p>
          <a:p>
            <a:pPr marL="285750" lvl="0" indent="-285750" fontAlgn="base">
              <a:buFontTx/>
              <a:buChar char="-"/>
            </a:pPr>
            <a:endParaRPr lang="en-US" altLang="ko-KR" dirty="0"/>
          </a:p>
          <a:p>
            <a:pPr lvl="0" fontAlgn="base"/>
            <a:r>
              <a:rPr lang="ko-KR" altLang="en-US" dirty="0"/>
              <a:t>난 그냥 </a:t>
            </a:r>
            <a:r>
              <a:rPr lang="ko-KR" altLang="en-US" dirty="0" err="1"/>
              <a:t>너한테</a:t>
            </a:r>
            <a:r>
              <a:rPr lang="ko-KR" altLang="en-US" dirty="0"/>
              <a:t> 제일 가까운 사람이 되고 싶었을 뿐이야</a:t>
            </a:r>
            <a:r>
              <a:rPr lang="en-US" altLang="ko-KR" dirty="0"/>
              <a:t>.</a:t>
            </a:r>
          </a:p>
          <a:p>
            <a:pPr lvl="0" fontAlgn="base"/>
            <a:r>
              <a:rPr lang="ko-KR" altLang="en-US" dirty="0"/>
              <a:t>내가 갖고 싶은 거 다 필요 없고 그냥 너 하나였어</a:t>
            </a:r>
            <a:r>
              <a:rPr lang="en-US" altLang="ko-KR" dirty="0"/>
              <a:t>.</a:t>
            </a:r>
          </a:p>
          <a:p>
            <a:pPr lvl="0" fontAlgn="base"/>
            <a:r>
              <a:rPr lang="ko-KR" altLang="en-US" dirty="0"/>
              <a:t>그게 욕심이고 고집이면 사랑은 뭘 더 어떡해야 되는 거야</a:t>
            </a:r>
            <a:r>
              <a:rPr lang="en-US" altLang="ko-KR" dirty="0"/>
              <a:t>?</a:t>
            </a:r>
          </a:p>
          <a:p>
            <a:pPr lvl="0" fontAlgn="base"/>
            <a:endParaRPr lang="en-US" altLang="ko-KR" dirty="0"/>
          </a:p>
          <a:p>
            <a:pPr lvl="0" fontAlgn="base"/>
            <a:r>
              <a:rPr lang="en-US" altLang="ko-KR" dirty="0"/>
              <a:t>I just wanted to be the person closest to you.</a:t>
            </a:r>
          </a:p>
          <a:p>
            <a:pPr lvl="0" fontAlgn="base"/>
            <a:r>
              <a:rPr lang="en-US" altLang="ko-KR" dirty="0"/>
              <a:t>I didn’t need anything else I wanted, just you.</a:t>
            </a:r>
          </a:p>
          <a:p>
            <a:pPr lvl="0" fontAlgn="base"/>
            <a:r>
              <a:rPr lang="en-US" altLang="ko-KR" dirty="0"/>
              <a:t>If that’s selfish and stubborn, then what else is love supposed to be?</a:t>
            </a:r>
          </a:p>
        </p:txBody>
      </p:sp>
    </p:spTree>
    <p:extLst>
      <p:ext uri="{BB962C8B-B14F-4D97-AF65-F5344CB8AC3E}">
        <p14:creationId xmlns:p14="http://schemas.microsoft.com/office/powerpoint/2010/main" val="10508563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E5011E-6CD2-C48A-9659-CE936E86B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74F12C-0C32-99C7-9BC7-DB578B169706}"/>
              </a:ext>
            </a:extLst>
          </p:cNvPr>
          <p:cNvSpPr txBox="1"/>
          <p:nvPr/>
        </p:nvSpPr>
        <p:spPr>
          <a:xfrm>
            <a:off x="266700" y="466725"/>
            <a:ext cx="342125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Love emotional talk in dramas.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3F2F0F-9F48-5B3A-1BAE-EE6C1920298C}"/>
              </a:ext>
            </a:extLst>
          </p:cNvPr>
          <p:cNvSpPr txBox="1"/>
          <p:nvPr/>
        </p:nvSpPr>
        <p:spPr>
          <a:xfrm>
            <a:off x="190501" y="1557544"/>
            <a:ext cx="56769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fontAlgn="base">
              <a:buFontTx/>
              <a:buChar char="-"/>
            </a:pPr>
            <a:r>
              <a:rPr lang="ko-KR" altLang="en-US" dirty="0"/>
              <a:t>도깨비</a:t>
            </a:r>
            <a:r>
              <a:rPr lang="en-US" altLang="ko-KR" dirty="0"/>
              <a:t>, Goblin –</a:t>
            </a:r>
          </a:p>
          <a:p>
            <a:pPr marL="285750" lvl="0" indent="-285750" fontAlgn="base">
              <a:buFontTx/>
              <a:buChar char="-"/>
            </a:pPr>
            <a:endParaRPr lang="en-US" altLang="ko-KR" dirty="0"/>
          </a:p>
          <a:p>
            <a:pPr lvl="0" fontAlgn="base"/>
            <a:r>
              <a:rPr lang="ko-KR" altLang="en-US" dirty="0"/>
              <a:t>행복했던 순간들만 남기라 해놓고</a:t>
            </a:r>
          </a:p>
          <a:p>
            <a:pPr lvl="0" fontAlgn="base"/>
            <a:r>
              <a:rPr lang="ko-KR" altLang="en-US" dirty="0"/>
              <a:t>당신을 </a:t>
            </a:r>
            <a:r>
              <a:rPr lang="ko-KR" altLang="en-US" dirty="0" err="1"/>
              <a:t>잊으라니</a:t>
            </a:r>
            <a:r>
              <a:rPr lang="en-US" altLang="ko-KR" dirty="0"/>
              <a:t>..</a:t>
            </a:r>
            <a:r>
              <a:rPr lang="ko-KR" altLang="en-US" dirty="0"/>
              <a:t>순서가 안 맞지</a:t>
            </a:r>
            <a:r>
              <a:rPr lang="en-US" altLang="ko-KR" dirty="0"/>
              <a:t>.</a:t>
            </a:r>
          </a:p>
          <a:p>
            <a:pPr lvl="0" fontAlgn="base"/>
            <a:r>
              <a:rPr lang="ko-KR" altLang="en-US" dirty="0"/>
              <a:t>당신이 있는 모든 순간이 슬프고 힘들었지만</a:t>
            </a:r>
            <a:r>
              <a:rPr lang="en-US" altLang="ko-KR" dirty="0"/>
              <a:t>, </a:t>
            </a:r>
            <a:r>
              <a:rPr lang="ko-KR" altLang="en-US" dirty="0"/>
              <a:t>그조차도 나는 다 </a:t>
            </a:r>
            <a:r>
              <a:rPr lang="ko-KR" altLang="en-US" dirty="0" err="1"/>
              <a:t>좋았소</a:t>
            </a:r>
            <a:r>
              <a:rPr lang="en-US" altLang="ko-KR" dirty="0"/>
              <a:t>.</a:t>
            </a:r>
          </a:p>
          <a:p>
            <a:pPr lvl="0" fontAlgn="base"/>
            <a:endParaRPr lang="en-US" altLang="ko-KR" dirty="0"/>
          </a:p>
          <a:p>
            <a:pPr lvl="0" fontAlgn="base"/>
            <a:r>
              <a:rPr lang="en-US" altLang="ko-KR" dirty="0"/>
              <a:t>You told me to keep only the happy moments,</a:t>
            </a:r>
          </a:p>
          <a:p>
            <a:pPr lvl="0" fontAlgn="base"/>
            <a:r>
              <a:rPr lang="en-US" altLang="ko-KR" dirty="0"/>
              <a:t>but then you say to forget you... that doesn’t make sense.</a:t>
            </a:r>
          </a:p>
          <a:p>
            <a:pPr lvl="0" fontAlgn="base"/>
            <a:r>
              <a:rPr lang="en-US" altLang="ko-KR" dirty="0"/>
              <a:t>Every moment I had with you was painful and hard,</a:t>
            </a:r>
          </a:p>
          <a:p>
            <a:pPr lvl="0" fontAlgn="base"/>
            <a:r>
              <a:rPr lang="en-US" altLang="ko-KR" dirty="0"/>
              <a:t>but even so, I loved it all.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F5BB62-01EF-0B1B-0E42-D507A0DBFEDF}"/>
              </a:ext>
            </a:extLst>
          </p:cNvPr>
          <p:cNvSpPr txBox="1"/>
          <p:nvPr/>
        </p:nvSpPr>
        <p:spPr>
          <a:xfrm>
            <a:off x="6324600" y="680381"/>
            <a:ext cx="58674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fontAlgn="base"/>
            <a:r>
              <a:rPr lang="en-US" altLang="ko-KR" dirty="0"/>
              <a:t>- </a:t>
            </a:r>
            <a:r>
              <a:rPr lang="ko-KR" altLang="en-US" dirty="0"/>
              <a:t>이번 생은 처음이라</a:t>
            </a:r>
            <a:r>
              <a:rPr lang="en-US" altLang="ko-KR" dirty="0"/>
              <a:t>, Because this is my first life -</a:t>
            </a:r>
          </a:p>
          <a:p>
            <a:pPr lvl="0" fontAlgn="base"/>
            <a:endParaRPr lang="en-US" altLang="ko-KR" dirty="0"/>
          </a:p>
          <a:p>
            <a:pPr lvl="0" fontAlgn="base"/>
            <a:r>
              <a:rPr lang="ko-KR" altLang="en-US" dirty="0"/>
              <a:t>울어도 괜찮으니까</a:t>
            </a:r>
          </a:p>
          <a:p>
            <a:pPr lvl="0" fontAlgn="base"/>
            <a:r>
              <a:rPr lang="ko-KR" altLang="en-US" dirty="0"/>
              <a:t>나랑 같이 가요</a:t>
            </a:r>
            <a:r>
              <a:rPr lang="en-US" altLang="ko-KR" dirty="0"/>
              <a:t>.</a:t>
            </a:r>
          </a:p>
          <a:p>
            <a:pPr lvl="0" fontAlgn="base"/>
            <a:r>
              <a:rPr lang="ko-KR" altLang="en-US" dirty="0"/>
              <a:t>내가 옆에서 같이 </a:t>
            </a:r>
            <a:r>
              <a:rPr lang="ko-KR" altLang="en-US" dirty="0" err="1"/>
              <a:t>있어줄게요</a:t>
            </a:r>
            <a:r>
              <a:rPr lang="en-US" altLang="ko-KR" dirty="0"/>
              <a:t>.</a:t>
            </a:r>
          </a:p>
          <a:p>
            <a:pPr lvl="0" fontAlgn="base"/>
            <a:endParaRPr lang="en-US" altLang="ko-KR" dirty="0"/>
          </a:p>
          <a:p>
            <a:pPr lvl="0" fontAlgn="base"/>
            <a:r>
              <a:rPr lang="en-US" altLang="ko-KR" dirty="0"/>
              <a:t>It’s okay to cry,</a:t>
            </a:r>
          </a:p>
          <a:p>
            <a:pPr lvl="0" fontAlgn="base"/>
            <a:r>
              <a:rPr lang="en-US" altLang="ko-KR" dirty="0"/>
              <a:t>so come with me.</a:t>
            </a:r>
          </a:p>
          <a:p>
            <a:pPr lvl="0" fontAlgn="base"/>
            <a:r>
              <a:rPr lang="en-US" altLang="ko-KR" dirty="0"/>
              <a:t>I’ll be right here by your side.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FC10C1-6D59-2AC5-B9D9-99E192F6B3C6}"/>
              </a:ext>
            </a:extLst>
          </p:cNvPr>
          <p:cNvSpPr txBox="1"/>
          <p:nvPr/>
        </p:nvSpPr>
        <p:spPr>
          <a:xfrm>
            <a:off x="6324600" y="3962815"/>
            <a:ext cx="58674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fontAlgn="base"/>
            <a:r>
              <a:rPr lang="en-US" altLang="ko-KR" dirty="0"/>
              <a:t>- </a:t>
            </a:r>
            <a:r>
              <a:rPr lang="ko-KR" altLang="en-US" dirty="0"/>
              <a:t>우리</a:t>
            </a:r>
            <a:r>
              <a:rPr lang="en-US" altLang="ko-KR" dirty="0"/>
              <a:t>, </a:t>
            </a:r>
            <a:r>
              <a:rPr lang="ko-KR" altLang="en-US" dirty="0"/>
              <a:t>사랑했을까</a:t>
            </a:r>
            <a:r>
              <a:rPr lang="en-US" altLang="ko-KR" dirty="0"/>
              <a:t>, Did we ever love each other? -</a:t>
            </a:r>
          </a:p>
          <a:p>
            <a:pPr lvl="0" fontAlgn="base"/>
            <a:endParaRPr lang="en-US" altLang="ko-KR" dirty="0"/>
          </a:p>
          <a:p>
            <a:pPr lvl="0" fontAlgn="base"/>
            <a:r>
              <a:rPr lang="ko-KR" altLang="en-US" dirty="0"/>
              <a:t>급하지 않으니까</a:t>
            </a:r>
            <a:r>
              <a:rPr lang="en-US" altLang="ko-KR" dirty="0"/>
              <a:t>, </a:t>
            </a:r>
            <a:r>
              <a:rPr lang="ko-KR" altLang="en-US" dirty="0"/>
              <a:t>오래 걸려도 좋으니까</a:t>
            </a:r>
          </a:p>
          <a:p>
            <a:pPr lvl="0" fontAlgn="base"/>
            <a:r>
              <a:rPr lang="ko-KR" altLang="en-US" dirty="0"/>
              <a:t>그 끝은 나였으면 좋겠어</a:t>
            </a:r>
            <a:r>
              <a:rPr lang="en-US" altLang="ko-KR" dirty="0"/>
              <a:t>.</a:t>
            </a:r>
          </a:p>
          <a:p>
            <a:pPr lvl="0" fontAlgn="base"/>
            <a:endParaRPr lang="en-US" altLang="ko-KR" dirty="0"/>
          </a:p>
          <a:p>
            <a:pPr lvl="0" fontAlgn="base"/>
            <a:r>
              <a:rPr lang="en-US" altLang="ko-KR" dirty="0"/>
              <a:t>There’s no rush,</a:t>
            </a:r>
          </a:p>
          <a:p>
            <a:pPr lvl="0" fontAlgn="base"/>
            <a:r>
              <a:rPr lang="en-US" altLang="ko-KR" dirty="0"/>
              <a:t>so it’s okay if it takes a long time.</a:t>
            </a:r>
          </a:p>
          <a:p>
            <a:pPr lvl="0" fontAlgn="base"/>
            <a:r>
              <a:rPr lang="en-US" altLang="ko-KR" dirty="0"/>
              <a:t>I just hope that in the end, it’s me.</a:t>
            </a:r>
          </a:p>
        </p:txBody>
      </p:sp>
    </p:spTree>
    <p:extLst>
      <p:ext uri="{BB962C8B-B14F-4D97-AF65-F5344CB8AC3E}">
        <p14:creationId xmlns:p14="http://schemas.microsoft.com/office/powerpoint/2010/main" val="20467487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D45CA83-75B3-3A89-8798-D1830307C53B}"/>
              </a:ext>
            </a:extLst>
          </p:cNvPr>
          <p:cNvSpPr txBox="1"/>
          <p:nvPr/>
        </p:nvSpPr>
        <p:spPr>
          <a:xfrm>
            <a:off x="428879" y="291314"/>
            <a:ext cx="1836891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b="1" dirty="0"/>
              <a:t>MS</a:t>
            </a:r>
            <a:r>
              <a:rPr lang="en-US" altLang="ko-KR" b="1"/>
              <a:t>:</a:t>
            </a:r>
            <a:r>
              <a:rPr lang="ko-KR" altLang="en-US" b="1" dirty="0"/>
              <a:t> 인지측정기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07AD9F-AFA8-E265-BF22-0A1AC44B62C5}"/>
              </a:ext>
            </a:extLst>
          </p:cNvPr>
          <p:cNvSpPr txBox="1"/>
          <p:nvPr/>
        </p:nvSpPr>
        <p:spPr>
          <a:xfrm>
            <a:off x="540026" y="1131694"/>
            <a:ext cx="11111947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/>
              <a:t>설계 철학</a:t>
            </a:r>
            <a:endParaRPr lang="en-US" altLang="ko-KR" b="1" dirty="0"/>
          </a:p>
          <a:p>
            <a:br>
              <a:rPr lang="en-US" altLang="ko-KR" dirty="0"/>
            </a:br>
            <a:r>
              <a:rPr lang="en-US" altLang="ko-KR" dirty="0"/>
              <a:t>-</a:t>
            </a:r>
            <a:r>
              <a:rPr lang="ko-KR" altLang="en-US" dirty="0"/>
              <a:t>자연스러움 유지</a:t>
            </a:r>
            <a:r>
              <a:rPr lang="en-US" altLang="ko-KR" dirty="0"/>
              <a:t>: </a:t>
            </a:r>
            <a:r>
              <a:rPr lang="ko-KR" altLang="en-US" dirty="0"/>
              <a:t>평가처럼 느껴지지 않는 질문</a:t>
            </a:r>
            <a:r>
              <a:rPr lang="en-US" altLang="ko-KR" dirty="0"/>
              <a:t>·</a:t>
            </a:r>
            <a:r>
              <a:rPr lang="ko-KR" altLang="en-US" dirty="0"/>
              <a:t>과제 삽입</a:t>
            </a:r>
            <a:r>
              <a:rPr lang="en-US" altLang="ko-KR" dirty="0"/>
              <a:t>(</a:t>
            </a:r>
            <a:r>
              <a:rPr lang="ko-KR" altLang="en-US" dirty="0"/>
              <a:t>임베디드 방식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-</a:t>
            </a:r>
            <a:r>
              <a:rPr lang="ko-KR" altLang="en-US" dirty="0"/>
              <a:t>정량 </a:t>
            </a:r>
            <a:r>
              <a:rPr lang="en-US" altLang="ko-KR" dirty="0"/>
              <a:t>+ </a:t>
            </a:r>
            <a:r>
              <a:rPr lang="ko-KR" altLang="en-US" dirty="0"/>
              <a:t>정성 병행</a:t>
            </a:r>
            <a:r>
              <a:rPr lang="en-US" altLang="ko-KR" dirty="0"/>
              <a:t>: </a:t>
            </a:r>
            <a:r>
              <a:rPr lang="ko-KR" altLang="en-US" dirty="0"/>
              <a:t>텍스트</a:t>
            </a:r>
            <a:r>
              <a:rPr lang="en-US" altLang="ko-KR" dirty="0"/>
              <a:t>·</a:t>
            </a:r>
            <a:r>
              <a:rPr lang="ko-KR" altLang="en-US" dirty="0"/>
              <a:t>음성 신호</a:t>
            </a:r>
            <a:r>
              <a:rPr lang="en-US" altLang="ko-KR" dirty="0"/>
              <a:t>(</a:t>
            </a:r>
            <a:r>
              <a:rPr lang="ko-KR" altLang="en-US" dirty="0"/>
              <a:t>정량</a:t>
            </a:r>
            <a:r>
              <a:rPr lang="en-US" altLang="ko-KR" dirty="0"/>
              <a:t>) + </a:t>
            </a:r>
            <a:r>
              <a:rPr lang="ko-KR" altLang="en-US" dirty="0"/>
              <a:t>평가자 판단</a:t>
            </a:r>
            <a:r>
              <a:rPr lang="en-US" altLang="ko-KR" dirty="0"/>
              <a:t>(</a:t>
            </a:r>
            <a:r>
              <a:rPr lang="ko-KR" altLang="en-US" dirty="0"/>
              <a:t>선택적 정성</a:t>
            </a:r>
            <a:r>
              <a:rPr lang="en-US" altLang="ko-KR" dirty="0"/>
              <a:t>)</a:t>
            </a:r>
            <a:r>
              <a:rPr lang="ko-KR" altLang="en-US" dirty="0"/>
              <a:t>을 결합</a:t>
            </a:r>
            <a:endParaRPr lang="en-US" altLang="ko-KR" dirty="0"/>
          </a:p>
          <a:p>
            <a:r>
              <a:rPr lang="en-US" altLang="ko-KR" dirty="0"/>
              <a:t>  (MoCA</a:t>
            </a:r>
            <a:r>
              <a:rPr lang="ko-KR" altLang="en-US" dirty="0"/>
              <a:t>와 </a:t>
            </a:r>
            <a:r>
              <a:rPr lang="en-US" altLang="ko-KR" dirty="0"/>
              <a:t>MMSE</a:t>
            </a:r>
            <a:r>
              <a:rPr lang="ko-KR" altLang="en-US" dirty="0"/>
              <a:t>를 레퍼런스로 하는 정량 평가와 정성 평가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-</a:t>
            </a:r>
            <a:r>
              <a:rPr lang="ko-KR" altLang="en-US" dirty="0"/>
              <a:t>참여 가중치 반영</a:t>
            </a:r>
            <a:r>
              <a:rPr lang="en-US" altLang="ko-KR" dirty="0"/>
              <a:t>: </a:t>
            </a:r>
            <a:r>
              <a:rPr lang="ko-KR" altLang="en-US" dirty="0"/>
              <a:t>낮은 참여도는 인지 결과 신뢰도 저하 → 가중치로 반영</a:t>
            </a:r>
            <a:r>
              <a:rPr lang="en-US" altLang="ko-KR" dirty="0"/>
              <a:t>,</a:t>
            </a:r>
          </a:p>
          <a:p>
            <a:r>
              <a:rPr lang="en-US" altLang="ko-KR" dirty="0"/>
              <a:t>-</a:t>
            </a:r>
            <a:r>
              <a:rPr lang="ko-KR" altLang="en-US" dirty="0"/>
              <a:t>임상 </a:t>
            </a:r>
            <a:r>
              <a:rPr lang="ko-KR" altLang="en-US" dirty="0" err="1"/>
              <a:t>대응성</a:t>
            </a:r>
            <a:r>
              <a:rPr lang="en-US" altLang="ko-KR" dirty="0"/>
              <a:t>: MoCA/MMSE</a:t>
            </a:r>
            <a:r>
              <a:rPr lang="ko-KR" altLang="en-US" dirty="0"/>
              <a:t>와의 동시타당도로 절대값</a:t>
            </a:r>
            <a:r>
              <a:rPr lang="en-US" altLang="ko-KR" dirty="0"/>
              <a:t>·</a:t>
            </a:r>
            <a:r>
              <a:rPr lang="ko-KR" altLang="en-US" dirty="0" err="1"/>
              <a:t>변화값</a:t>
            </a:r>
            <a:r>
              <a:rPr lang="ko-KR" altLang="en-US" dirty="0"/>
              <a:t> 해석 가능하게 설계</a:t>
            </a:r>
            <a:r>
              <a:rPr lang="en-US" altLang="ko-KR" dirty="0"/>
              <a:t>. </a:t>
            </a:r>
            <a:br>
              <a:rPr lang="en-US" altLang="ko-KR" dirty="0"/>
            </a:br>
            <a:endParaRPr lang="en-US" altLang="ko-KR" dirty="0"/>
          </a:p>
          <a:p>
            <a:r>
              <a:rPr lang="ko-KR" altLang="en-US" b="1" dirty="0" err="1"/>
              <a:t>바이오마커</a:t>
            </a:r>
            <a:endParaRPr lang="en-US" altLang="ko-KR" b="1" dirty="0"/>
          </a:p>
          <a:p>
            <a:br>
              <a:rPr lang="en-US" altLang="ko-KR" dirty="0"/>
            </a:br>
            <a:r>
              <a:rPr lang="en-US" altLang="ko-KR" dirty="0"/>
              <a:t>-</a:t>
            </a:r>
            <a:r>
              <a:rPr lang="ko-KR" altLang="en-US" dirty="0"/>
              <a:t>주의력</a:t>
            </a:r>
            <a:r>
              <a:rPr lang="en-US" altLang="ko-KR" dirty="0"/>
              <a:t>·</a:t>
            </a:r>
            <a:r>
              <a:rPr lang="ko-KR" altLang="en-US" dirty="0"/>
              <a:t>처리속도</a:t>
            </a:r>
            <a:r>
              <a:rPr lang="en-US" altLang="ko-KR" dirty="0"/>
              <a:t>: </a:t>
            </a:r>
            <a:r>
              <a:rPr lang="ko-KR" altLang="en-US" dirty="0"/>
              <a:t>반응 시간</a:t>
            </a:r>
            <a:r>
              <a:rPr lang="en-US" altLang="ko-KR" dirty="0"/>
              <a:t>(RT, latency), </a:t>
            </a:r>
            <a:r>
              <a:rPr lang="ko-KR" altLang="en-US" dirty="0"/>
              <a:t>대화 중 단어 선택 속도 </a:t>
            </a:r>
            <a:endParaRPr lang="en-US" altLang="ko-KR" dirty="0"/>
          </a:p>
          <a:p>
            <a:r>
              <a:rPr lang="en-US" altLang="ko-KR" dirty="0"/>
              <a:t>-</a:t>
            </a:r>
            <a:r>
              <a:rPr lang="ko-KR" altLang="en-US" dirty="0"/>
              <a:t>언어 기능</a:t>
            </a:r>
            <a:r>
              <a:rPr lang="en-US" altLang="ko-KR" dirty="0"/>
              <a:t>: </a:t>
            </a:r>
            <a:r>
              <a:rPr lang="ko-KR" altLang="en-US" dirty="0"/>
              <a:t>사용 단어 수 </a:t>
            </a:r>
            <a:r>
              <a:rPr lang="en-US" altLang="ko-KR" dirty="0"/>
              <a:t>/ </a:t>
            </a:r>
            <a:r>
              <a:rPr lang="ko-KR" altLang="en-US" dirty="0"/>
              <a:t>어휘 다양도 </a:t>
            </a:r>
            <a:r>
              <a:rPr lang="en-US" altLang="ko-KR" dirty="0"/>
              <a:t>(lexical diversity), </a:t>
            </a:r>
            <a:r>
              <a:rPr lang="ko-KR" altLang="en-US" dirty="0"/>
              <a:t>의미 단절 빈도</a:t>
            </a:r>
            <a:r>
              <a:rPr lang="en-US" altLang="ko-KR" dirty="0"/>
              <a:t>(</a:t>
            </a:r>
            <a:r>
              <a:rPr lang="ko-KR" altLang="en-US" dirty="0"/>
              <a:t>음</a:t>
            </a:r>
            <a:r>
              <a:rPr lang="en-US" altLang="ko-KR" dirty="0"/>
              <a:t>.. </a:t>
            </a:r>
            <a:r>
              <a:rPr lang="ko-KR" altLang="en-US" dirty="0"/>
              <a:t>어</a:t>
            </a:r>
            <a:r>
              <a:rPr lang="en-US" altLang="ko-KR" dirty="0"/>
              <a:t>.. </a:t>
            </a:r>
            <a:r>
              <a:rPr lang="ko-KR" altLang="en-US" dirty="0"/>
              <a:t>끊김 등</a:t>
            </a:r>
            <a:r>
              <a:rPr lang="en-US" altLang="ko-KR" dirty="0"/>
              <a:t>), </a:t>
            </a:r>
            <a:r>
              <a:rPr lang="ko-KR" altLang="en-US" dirty="0"/>
              <a:t>문장 길이</a:t>
            </a:r>
            <a:r>
              <a:rPr lang="en-US" altLang="ko-KR" dirty="0"/>
              <a:t>, </a:t>
            </a:r>
          </a:p>
          <a:p>
            <a:r>
              <a:rPr lang="en-US" altLang="ko-KR" dirty="0"/>
              <a:t>               </a:t>
            </a:r>
            <a:r>
              <a:rPr lang="ko-KR" altLang="en-US" dirty="0"/>
              <a:t>구문 복잡성 </a:t>
            </a:r>
            <a:endParaRPr lang="en-US" altLang="ko-KR" dirty="0"/>
          </a:p>
          <a:p>
            <a:r>
              <a:rPr lang="en-US" altLang="ko-KR" dirty="0"/>
              <a:t>-</a:t>
            </a:r>
            <a:r>
              <a:rPr lang="ko-KR" altLang="en-US" dirty="0"/>
              <a:t>기억력</a:t>
            </a:r>
            <a:r>
              <a:rPr lang="en-US" altLang="ko-KR" dirty="0"/>
              <a:t>: </a:t>
            </a:r>
            <a:r>
              <a:rPr lang="ko-KR" altLang="en-US" dirty="0"/>
              <a:t>지연회상 성공률</a:t>
            </a:r>
            <a:r>
              <a:rPr lang="en-US" altLang="ko-KR" dirty="0"/>
              <a:t>, </a:t>
            </a:r>
            <a:r>
              <a:rPr lang="ko-KR" altLang="en-US" dirty="0"/>
              <a:t>반복 요청 빈도</a:t>
            </a:r>
            <a:r>
              <a:rPr lang="en-US" altLang="ko-KR" dirty="0"/>
              <a:t>, </a:t>
            </a:r>
            <a:r>
              <a:rPr lang="ko-KR" altLang="en-US" dirty="0"/>
              <a:t>정보 유지 시간</a:t>
            </a:r>
            <a:r>
              <a:rPr lang="en-US" altLang="ko-KR" dirty="0"/>
              <a:t>, </a:t>
            </a:r>
            <a:r>
              <a:rPr lang="ko-KR" altLang="en-US" dirty="0"/>
              <a:t>대화 중 맥락 유지 능력 </a:t>
            </a:r>
            <a:endParaRPr lang="en-US" altLang="ko-KR" dirty="0"/>
          </a:p>
          <a:p>
            <a:r>
              <a:rPr lang="en-US" altLang="ko-KR" dirty="0"/>
              <a:t>-</a:t>
            </a:r>
            <a:r>
              <a:rPr lang="ko-KR" altLang="en-US" dirty="0"/>
              <a:t>실행기능</a:t>
            </a:r>
            <a:r>
              <a:rPr lang="en-US" altLang="ko-KR" dirty="0"/>
              <a:t>(</a:t>
            </a:r>
            <a:r>
              <a:rPr lang="ko-KR" altLang="en-US" dirty="0"/>
              <a:t>집행기능</a:t>
            </a:r>
            <a:r>
              <a:rPr lang="en-US" altLang="ko-KR" dirty="0"/>
              <a:t>): </a:t>
            </a:r>
            <a:r>
              <a:rPr lang="ko-KR" altLang="en-US" dirty="0"/>
              <a:t>주제 전환 능력</a:t>
            </a:r>
            <a:r>
              <a:rPr lang="en-US" altLang="ko-KR" dirty="0"/>
              <a:t>, </a:t>
            </a:r>
            <a:r>
              <a:rPr lang="ko-KR" altLang="en-US" dirty="0"/>
              <a:t>문제해결형 질문 응답 패턴</a:t>
            </a:r>
            <a:r>
              <a:rPr lang="en-US" altLang="ko-KR" dirty="0"/>
              <a:t>, </a:t>
            </a:r>
            <a:r>
              <a:rPr lang="ko-KR" altLang="en-US" dirty="0"/>
              <a:t>목표 지향적 문장 구성력</a:t>
            </a:r>
            <a:r>
              <a:rPr lang="en-US" altLang="ko-KR" dirty="0"/>
              <a:t>, </a:t>
            </a:r>
          </a:p>
          <a:p>
            <a:r>
              <a:rPr lang="en-US" altLang="ko-KR" dirty="0"/>
              <a:t>                           </a:t>
            </a:r>
            <a:r>
              <a:rPr lang="ko-KR" altLang="en-US" dirty="0"/>
              <a:t>지연 응답</a:t>
            </a:r>
            <a:r>
              <a:rPr lang="en-US" altLang="ko-KR" dirty="0"/>
              <a:t>/</a:t>
            </a:r>
            <a:r>
              <a:rPr lang="ko-KR" altLang="en-US" dirty="0"/>
              <a:t>자기수정 빈도 </a:t>
            </a:r>
            <a:endParaRPr lang="en-US" altLang="ko-KR" dirty="0"/>
          </a:p>
          <a:p>
            <a:r>
              <a:rPr lang="en-US" altLang="ko-KR" dirty="0"/>
              <a:t>-</a:t>
            </a:r>
            <a:r>
              <a:rPr lang="ko-KR" altLang="en-US" dirty="0"/>
              <a:t>시간</a:t>
            </a:r>
            <a:r>
              <a:rPr lang="en-US" altLang="ko-KR" dirty="0"/>
              <a:t>·</a:t>
            </a:r>
            <a:r>
              <a:rPr lang="ko-KR" altLang="en-US" dirty="0"/>
              <a:t>공간 </a:t>
            </a:r>
            <a:r>
              <a:rPr lang="ko-KR" altLang="en-US" dirty="0" err="1"/>
              <a:t>지남력</a:t>
            </a:r>
            <a:r>
              <a:rPr lang="en-US" altLang="ko-KR" dirty="0"/>
              <a:t>: </a:t>
            </a:r>
            <a:r>
              <a:rPr lang="ko-KR" altLang="en-US" dirty="0"/>
              <a:t>날짜</a:t>
            </a:r>
            <a:r>
              <a:rPr lang="en-US" altLang="ko-KR" dirty="0"/>
              <a:t>/</a:t>
            </a:r>
            <a:r>
              <a:rPr lang="ko-KR" altLang="en-US" dirty="0"/>
              <a:t>사건 맥락 이해 여부</a:t>
            </a:r>
            <a:r>
              <a:rPr lang="en-US" altLang="ko-KR" dirty="0"/>
              <a:t>, </a:t>
            </a:r>
            <a:r>
              <a:rPr lang="ko-KR" altLang="en-US" dirty="0"/>
              <a:t>장소</a:t>
            </a:r>
            <a:r>
              <a:rPr lang="en-US" altLang="ko-KR" dirty="0"/>
              <a:t>/</a:t>
            </a:r>
            <a:r>
              <a:rPr lang="ko-KR" altLang="en-US" dirty="0"/>
              <a:t>순서 기반 질문 응답</a:t>
            </a:r>
            <a:r>
              <a:rPr lang="en-US" altLang="ko-KR" dirty="0"/>
              <a:t>, </a:t>
            </a:r>
          </a:p>
          <a:p>
            <a:r>
              <a:rPr lang="en-US" altLang="ko-KR" dirty="0"/>
              <a:t>                        </a:t>
            </a:r>
            <a:r>
              <a:rPr lang="ko-KR" altLang="en-US" dirty="0"/>
              <a:t>혼란 표현 여부</a:t>
            </a:r>
            <a:r>
              <a:rPr lang="en-US" altLang="ko-KR" dirty="0"/>
              <a:t>(ex:“</a:t>
            </a:r>
            <a:r>
              <a:rPr lang="ko-KR" altLang="en-US" dirty="0"/>
              <a:t>그게 </a:t>
            </a:r>
            <a:r>
              <a:rPr lang="ko-KR" altLang="en-US" dirty="0" err="1"/>
              <a:t>언제였지</a:t>
            </a:r>
            <a:r>
              <a:rPr lang="en-US" altLang="ko-KR" dirty="0"/>
              <a:t>?”), </a:t>
            </a:r>
            <a:r>
              <a:rPr lang="ko-KR" altLang="en-US" dirty="0"/>
              <a:t>대화 맥락 지속 시간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F9210C35-2BFE-CB07-6C04-7212E3AAA6A5}"/>
              </a:ext>
            </a:extLst>
          </p:cNvPr>
          <p:cNvCxnSpPr/>
          <p:nvPr/>
        </p:nvCxnSpPr>
        <p:spPr>
          <a:xfrm>
            <a:off x="626165" y="1500808"/>
            <a:ext cx="964096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CC9F2407-E0FA-CFD8-13C3-74A29F6EAF27}"/>
              </a:ext>
            </a:extLst>
          </p:cNvPr>
          <p:cNvCxnSpPr>
            <a:cxnSpLocks/>
          </p:cNvCxnSpPr>
          <p:nvPr/>
        </p:nvCxnSpPr>
        <p:spPr>
          <a:xfrm>
            <a:off x="626165" y="3670851"/>
            <a:ext cx="1162878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99956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7AB8EB41-F43D-CB71-4CD9-E7FFC75FB6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9121643"/>
              </p:ext>
            </p:extLst>
          </p:nvPr>
        </p:nvGraphicFramePr>
        <p:xfrm>
          <a:off x="624509" y="374246"/>
          <a:ext cx="10942982" cy="6109507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2584343">
                  <a:extLst>
                    <a:ext uri="{9D8B030D-6E8A-4147-A177-3AD203B41FA5}">
                      <a16:colId xmlns:a16="http://schemas.microsoft.com/office/drawing/2014/main" val="1192278716"/>
                    </a:ext>
                  </a:extLst>
                </a:gridCol>
                <a:gridCol w="5610231">
                  <a:extLst>
                    <a:ext uri="{9D8B030D-6E8A-4147-A177-3AD203B41FA5}">
                      <a16:colId xmlns:a16="http://schemas.microsoft.com/office/drawing/2014/main" val="1422096007"/>
                    </a:ext>
                  </a:extLst>
                </a:gridCol>
                <a:gridCol w="2748408">
                  <a:extLst>
                    <a:ext uri="{9D8B030D-6E8A-4147-A177-3AD203B41FA5}">
                      <a16:colId xmlns:a16="http://schemas.microsoft.com/office/drawing/2014/main" val="267975882"/>
                    </a:ext>
                  </a:extLst>
                </a:gridCol>
              </a:tblGrid>
              <a:tr h="27834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700" b="1" dirty="0"/>
                        <a:t>단계</a:t>
                      </a:r>
                    </a:p>
                  </a:txBody>
                  <a:tcPr marL="41050" marR="41050" marT="20525" marB="2052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b="1" dirty="0"/>
                        <a:t>AI </a:t>
                      </a:r>
                      <a:r>
                        <a:rPr lang="ko-KR" altLang="en-US" sz="1700" b="1" dirty="0"/>
                        <a:t>발화</a:t>
                      </a:r>
                    </a:p>
                  </a:txBody>
                  <a:tcPr marL="41050" marR="41050" marT="20525" marB="2052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700" b="1" dirty="0"/>
                        <a:t>목표</a:t>
                      </a:r>
                    </a:p>
                  </a:txBody>
                  <a:tcPr marL="41050" marR="41050" marT="20525" marB="20525" anchor="ctr"/>
                </a:tc>
                <a:extLst>
                  <a:ext uri="{0D108BD9-81ED-4DB2-BD59-A6C34878D82A}">
                    <a16:rowId xmlns:a16="http://schemas.microsoft.com/office/drawing/2014/main" val="2250033429"/>
                  </a:ext>
                </a:extLst>
              </a:tr>
              <a:tr h="75028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500" dirty="0"/>
                        <a:t>오프닝</a:t>
                      </a:r>
                    </a:p>
                  </a:txBody>
                  <a:tcPr marL="41050" marR="41050" marT="20525" marB="2052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500" dirty="0"/>
                        <a:t>“안녕하세요 ○○님</a:t>
                      </a:r>
                      <a:r>
                        <a:rPr lang="en-US" altLang="ko-KR" sz="1500" dirty="0"/>
                        <a:t>! </a:t>
                      </a:r>
                      <a:r>
                        <a:rPr lang="ko-KR" altLang="en-US" sz="1500" dirty="0"/>
                        <a:t>오늘 하루는 어땠나요</a:t>
                      </a:r>
                      <a:r>
                        <a:rPr lang="en-US" altLang="ko-KR" sz="1500" dirty="0"/>
                        <a:t>? </a:t>
                      </a:r>
                    </a:p>
                    <a:p>
                      <a:pPr algn="ctr">
                        <a:buNone/>
                      </a:pPr>
                      <a:r>
                        <a:rPr lang="ko-KR" altLang="en-US" sz="1500" dirty="0"/>
                        <a:t>요즘 고민되는 일이 </a:t>
                      </a:r>
                      <a:r>
                        <a:rPr lang="ko-KR" altLang="en-US" sz="1500" dirty="0" err="1"/>
                        <a:t>있으신가요</a:t>
                      </a:r>
                      <a:r>
                        <a:rPr lang="en-US" altLang="ko-KR" sz="1500" dirty="0"/>
                        <a:t>?”</a:t>
                      </a:r>
                    </a:p>
                  </a:txBody>
                  <a:tcPr marL="41050" marR="41050" marT="20525" marB="2052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500" dirty="0"/>
                        <a:t>감정 유도</a:t>
                      </a:r>
                      <a:r>
                        <a:rPr lang="en-US" altLang="ko-KR" sz="1500" dirty="0"/>
                        <a:t>, </a:t>
                      </a:r>
                      <a:r>
                        <a:rPr lang="ko-KR" altLang="en-US" sz="1500" dirty="0"/>
                        <a:t>언어</a:t>
                      </a:r>
                      <a:r>
                        <a:rPr lang="en-US" altLang="ko-KR" sz="1500" dirty="0"/>
                        <a:t>/</a:t>
                      </a:r>
                      <a:r>
                        <a:rPr lang="ko-KR" altLang="en-US" sz="1500" dirty="0"/>
                        <a:t>참여</a:t>
                      </a:r>
                    </a:p>
                  </a:txBody>
                  <a:tcPr marL="41050" marR="41050" marT="20525" marB="20525" anchor="ctr"/>
                </a:tc>
                <a:extLst>
                  <a:ext uri="{0D108BD9-81ED-4DB2-BD59-A6C34878D82A}">
                    <a16:rowId xmlns:a16="http://schemas.microsoft.com/office/drawing/2014/main" val="1225913030"/>
                  </a:ext>
                </a:extLst>
              </a:tr>
              <a:tr h="5648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500" dirty="0"/>
                        <a:t>자연스러운 기억</a:t>
                      </a:r>
                    </a:p>
                  </a:txBody>
                  <a:tcPr marL="41050" marR="41050" marT="20525" marB="2052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500" dirty="0"/>
                        <a:t>“그 고민 말씀 조금 더 자세히 이야기 해 </a:t>
                      </a:r>
                      <a:r>
                        <a:rPr lang="ko-KR" altLang="en-US" sz="1500" dirty="0" err="1"/>
                        <a:t>주실래요</a:t>
                      </a:r>
                      <a:r>
                        <a:rPr lang="en-US" altLang="ko-KR" sz="1500" dirty="0"/>
                        <a:t>?”</a:t>
                      </a:r>
                    </a:p>
                  </a:txBody>
                  <a:tcPr marL="41050" marR="41050" marT="20525" marB="2052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500" dirty="0"/>
                        <a:t>기억력</a:t>
                      </a:r>
                      <a:r>
                        <a:rPr lang="en-US" altLang="ko-KR" sz="1500" dirty="0"/>
                        <a:t>, </a:t>
                      </a:r>
                      <a:r>
                        <a:rPr lang="ko-KR" altLang="en-US" sz="1500" dirty="0"/>
                        <a:t>언어</a:t>
                      </a:r>
                    </a:p>
                  </a:txBody>
                  <a:tcPr marL="41050" marR="41050" marT="20525" marB="20525" anchor="ctr"/>
                </a:tc>
                <a:extLst>
                  <a:ext uri="{0D108BD9-81ED-4DB2-BD59-A6C34878D82A}">
                    <a16:rowId xmlns:a16="http://schemas.microsoft.com/office/drawing/2014/main" val="3888211128"/>
                  </a:ext>
                </a:extLst>
              </a:tr>
              <a:tr h="75028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500" dirty="0" err="1"/>
                        <a:t>지남력</a:t>
                      </a:r>
                      <a:endParaRPr lang="ko-KR" altLang="en-US" sz="1500" dirty="0"/>
                    </a:p>
                  </a:txBody>
                  <a:tcPr marL="41050" marR="41050" marT="20525" marB="2052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500" dirty="0"/>
                        <a:t>“그때 회의는 언제 있었나요</a:t>
                      </a:r>
                      <a:r>
                        <a:rPr lang="en-US" altLang="ko-KR" sz="1500" dirty="0"/>
                        <a:t>? </a:t>
                      </a:r>
                    </a:p>
                    <a:p>
                      <a:pPr algn="ctr">
                        <a:buNone/>
                      </a:pPr>
                      <a:r>
                        <a:rPr lang="ko-KR" altLang="en-US" sz="1500" dirty="0"/>
                        <a:t>어느 장소에서 진행되었는지도 기억나시나요</a:t>
                      </a:r>
                      <a:r>
                        <a:rPr lang="en-US" altLang="ko-KR" sz="1500" dirty="0"/>
                        <a:t>?”</a:t>
                      </a:r>
                    </a:p>
                  </a:txBody>
                  <a:tcPr marL="41050" marR="41050" marT="20525" marB="2052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500"/>
                        <a:t>시간</a:t>
                      </a:r>
                      <a:r>
                        <a:rPr lang="en-US" altLang="ko-KR" sz="1500"/>
                        <a:t>·</a:t>
                      </a:r>
                      <a:r>
                        <a:rPr lang="ko-KR" altLang="en-US" sz="1500"/>
                        <a:t>공간 지남력</a:t>
                      </a:r>
                    </a:p>
                  </a:txBody>
                  <a:tcPr marL="41050" marR="41050" marT="20525" marB="20525" anchor="ctr"/>
                </a:tc>
                <a:extLst>
                  <a:ext uri="{0D108BD9-81ED-4DB2-BD59-A6C34878D82A}">
                    <a16:rowId xmlns:a16="http://schemas.microsoft.com/office/drawing/2014/main" val="763951474"/>
                  </a:ext>
                </a:extLst>
              </a:tr>
              <a:tr h="5648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500"/>
                        <a:t>언어 기능</a:t>
                      </a:r>
                    </a:p>
                  </a:txBody>
                  <a:tcPr marL="41050" marR="41050" marT="20525" marB="2052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500" dirty="0"/>
                        <a:t>“그 상황에서 느낀 감정을 자유롭게 이야기 해 </a:t>
                      </a:r>
                      <a:r>
                        <a:rPr lang="ko-KR" altLang="en-US" sz="1500" dirty="0" err="1"/>
                        <a:t>주실래요</a:t>
                      </a:r>
                      <a:r>
                        <a:rPr lang="en-US" altLang="ko-KR" sz="1500" dirty="0"/>
                        <a:t>?”</a:t>
                      </a:r>
                    </a:p>
                  </a:txBody>
                  <a:tcPr marL="41050" marR="41050" marT="20525" marB="2052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500"/>
                        <a:t>어휘</a:t>
                      </a:r>
                      <a:r>
                        <a:rPr lang="en-US" altLang="ko-KR" sz="1500"/>
                        <a:t>, </a:t>
                      </a:r>
                      <a:r>
                        <a:rPr lang="ko-KR" altLang="en-US" sz="1500"/>
                        <a:t>구문</a:t>
                      </a:r>
                      <a:r>
                        <a:rPr lang="en-US" altLang="ko-KR" sz="1500"/>
                        <a:t>, </a:t>
                      </a:r>
                      <a:r>
                        <a:rPr lang="ko-KR" altLang="en-US" sz="1500"/>
                        <a:t>의미 단절</a:t>
                      </a:r>
                    </a:p>
                  </a:txBody>
                  <a:tcPr marL="41050" marR="41050" marT="20525" marB="20525" anchor="ctr"/>
                </a:tc>
                <a:extLst>
                  <a:ext uri="{0D108BD9-81ED-4DB2-BD59-A6C34878D82A}">
                    <a16:rowId xmlns:a16="http://schemas.microsoft.com/office/drawing/2014/main" val="267619979"/>
                  </a:ext>
                </a:extLst>
              </a:tr>
              <a:tr h="5648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500"/>
                        <a:t>주의</a:t>
                      </a:r>
                      <a:r>
                        <a:rPr lang="en-US" altLang="ko-KR" sz="1500"/>
                        <a:t>·</a:t>
                      </a:r>
                      <a:r>
                        <a:rPr lang="ko-KR" altLang="en-US" sz="1500"/>
                        <a:t>처리</a:t>
                      </a:r>
                    </a:p>
                  </a:txBody>
                  <a:tcPr marL="41050" marR="41050" marT="20525" marB="2052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500" dirty="0"/>
                        <a:t>“회의 중 다른 일과 동시에 떠올린 생각이 있으셨나요</a:t>
                      </a:r>
                      <a:r>
                        <a:rPr lang="en-US" altLang="ko-KR" sz="1500" dirty="0"/>
                        <a:t>?”</a:t>
                      </a:r>
                    </a:p>
                  </a:txBody>
                  <a:tcPr marL="41050" marR="41050" marT="20525" marB="2052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500"/>
                        <a:t>주의력</a:t>
                      </a:r>
                      <a:r>
                        <a:rPr lang="en-US" altLang="ko-KR" sz="1500"/>
                        <a:t>, </a:t>
                      </a:r>
                      <a:r>
                        <a:rPr lang="ko-KR" altLang="en-US" sz="1500"/>
                        <a:t>처리속도</a:t>
                      </a:r>
                    </a:p>
                  </a:txBody>
                  <a:tcPr marL="41050" marR="41050" marT="20525" marB="20525" anchor="ctr"/>
                </a:tc>
                <a:extLst>
                  <a:ext uri="{0D108BD9-81ED-4DB2-BD59-A6C34878D82A}">
                    <a16:rowId xmlns:a16="http://schemas.microsoft.com/office/drawing/2014/main" val="926742740"/>
                  </a:ext>
                </a:extLst>
              </a:tr>
              <a:tr h="73429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500"/>
                        <a:t>실행 기능</a:t>
                      </a:r>
                    </a:p>
                  </a:txBody>
                  <a:tcPr marL="41050" marR="41050" marT="20525" marB="2052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500" dirty="0"/>
                        <a:t>“다음 번 회의는 어떻게 준비하면 더 수월할까요</a:t>
                      </a:r>
                      <a:r>
                        <a:rPr lang="en-US" altLang="ko-KR" sz="1500" dirty="0"/>
                        <a:t>?”</a:t>
                      </a:r>
                    </a:p>
                  </a:txBody>
                  <a:tcPr marL="41050" marR="41050" marT="20525" marB="2052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500"/>
                        <a:t>문제 해결</a:t>
                      </a:r>
                      <a:r>
                        <a:rPr lang="en-US" altLang="ko-KR" sz="1500"/>
                        <a:t>, </a:t>
                      </a:r>
                      <a:r>
                        <a:rPr lang="ko-KR" altLang="en-US" sz="1500"/>
                        <a:t>계획 표현</a:t>
                      </a:r>
                    </a:p>
                  </a:txBody>
                  <a:tcPr marL="41050" marR="41050" marT="20525" marB="20525" anchor="ctr"/>
                </a:tc>
                <a:extLst>
                  <a:ext uri="{0D108BD9-81ED-4DB2-BD59-A6C34878D82A}">
                    <a16:rowId xmlns:a16="http://schemas.microsoft.com/office/drawing/2014/main" val="503963114"/>
                  </a:ext>
                </a:extLst>
              </a:tr>
              <a:tr h="5648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500"/>
                        <a:t>지연회상</a:t>
                      </a:r>
                    </a:p>
                  </a:txBody>
                  <a:tcPr marL="41050" marR="41050" marT="20525" marB="2052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500"/>
                        <a:t>“오늘 아침에 하신 일 중 기억나는 것이 있으신가요</a:t>
                      </a:r>
                      <a:r>
                        <a:rPr lang="en-US" altLang="ko-KR" sz="1500"/>
                        <a:t>?”</a:t>
                      </a:r>
                    </a:p>
                  </a:txBody>
                  <a:tcPr marL="41050" marR="41050" marT="20525" marB="2052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500"/>
                        <a:t>기억력</a:t>
                      </a:r>
                    </a:p>
                  </a:txBody>
                  <a:tcPr marL="41050" marR="41050" marT="20525" marB="20525" anchor="ctr"/>
                </a:tc>
                <a:extLst>
                  <a:ext uri="{0D108BD9-81ED-4DB2-BD59-A6C34878D82A}">
                    <a16:rowId xmlns:a16="http://schemas.microsoft.com/office/drawing/2014/main" val="1614673182"/>
                  </a:ext>
                </a:extLst>
              </a:tr>
              <a:tr h="5648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500"/>
                        <a:t>대화 지속</a:t>
                      </a:r>
                    </a:p>
                  </a:txBody>
                  <a:tcPr marL="41050" marR="41050" marT="20525" marB="2052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500"/>
                        <a:t>“강아지 산책 중 특별히 재미있던 일이 있었나요</a:t>
                      </a:r>
                      <a:r>
                        <a:rPr lang="en-US" altLang="ko-KR" sz="1500"/>
                        <a:t>?”</a:t>
                      </a:r>
                    </a:p>
                  </a:txBody>
                  <a:tcPr marL="41050" marR="41050" marT="20525" marB="2052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500" dirty="0"/>
                        <a:t>언어</a:t>
                      </a:r>
                      <a:r>
                        <a:rPr lang="en-US" altLang="ko-KR" sz="1500" dirty="0"/>
                        <a:t>, </a:t>
                      </a:r>
                      <a:r>
                        <a:rPr lang="ko-KR" altLang="en-US" sz="1500" dirty="0"/>
                        <a:t>기억</a:t>
                      </a:r>
                      <a:r>
                        <a:rPr lang="en-US" altLang="ko-KR" sz="1500" dirty="0"/>
                        <a:t>, </a:t>
                      </a:r>
                      <a:r>
                        <a:rPr lang="ko-KR" altLang="en-US" sz="1500" dirty="0"/>
                        <a:t>참여</a:t>
                      </a:r>
                    </a:p>
                  </a:txBody>
                  <a:tcPr marL="41050" marR="41050" marT="20525" marB="20525" anchor="ctr"/>
                </a:tc>
                <a:extLst>
                  <a:ext uri="{0D108BD9-81ED-4DB2-BD59-A6C34878D82A}">
                    <a16:rowId xmlns:a16="http://schemas.microsoft.com/office/drawing/2014/main" val="1760418490"/>
                  </a:ext>
                </a:extLst>
              </a:tr>
              <a:tr h="75028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500"/>
                        <a:t>종결</a:t>
                      </a:r>
                    </a:p>
                  </a:txBody>
                  <a:tcPr marL="41050" marR="41050" marT="20525" marB="2052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500" dirty="0"/>
                        <a:t>“오늘 이야기하면서 기분이 좀 나아지셨나요</a:t>
                      </a:r>
                      <a:r>
                        <a:rPr lang="en-US" altLang="ko-KR" sz="1500" dirty="0"/>
                        <a:t>? </a:t>
                      </a:r>
                    </a:p>
                    <a:p>
                      <a:pPr algn="ctr">
                        <a:buNone/>
                      </a:pPr>
                      <a:r>
                        <a:rPr lang="ko-KR" altLang="en-US" sz="1500" dirty="0"/>
                        <a:t>다른 이야기도 하고 </a:t>
                      </a:r>
                      <a:r>
                        <a:rPr lang="ko-KR" altLang="en-US" sz="1500" dirty="0" err="1"/>
                        <a:t>싶으신가요</a:t>
                      </a:r>
                      <a:r>
                        <a:rPr lang="en-US" altLang="ko-KR" sz="1500" dirty="0"/>
                        <a:t>?”</a:t>
                      </a:r>
                    </a:p>
                  </a:txBody>
                  <a:tcPr marL="41050" marR="41050" marT="20525" marB="2052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500" dirty="0"/>
                        <a:t>참여</a:t>
                      </a:r>
                      <a:r>
                        <a:rPr lang="en-US" altLang="ko-KR" sz="1500" dirty="0"/>
                        <a:t>, </a:t>
                      </a:r>
                      <a:r>
                        <a:rPr lang="ko-KR" altLang="en-US" sz="1500" dirty="0"/>
                        <a:t>정성</a:t>
                      </a:r>
                    </a:p>
                  </a:txBody>
                  <a:tcPr marL="41050" marR="41050" marT="20525" marB="20525" anchor="ctr"/>
                </a:tc>
                <a:extLst>
                  <a:ext uri="{0D108BD9-81ED-4DB2-BD59-A6C34878D82A}">
                    <a16:rowId xmlns:a16="http://schemas.microsoft.com/office/drawing/2014/main" val="31808672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6641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4BAB389-66CC-5A5D-4140-F11537C799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916" y="925551"/>
            <a:ext cx="7685141" cy="467236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D48F21D-D5A5-357F-B144-7BCAA1E50CE3}"/>
              </a:ext>
            </a:extLst>
          </p:cNvPr>
          <p:cNvSpPr txBox="1"/>
          <p:nvPr/>
        </p:nvSpPr>
        <p:spPr>
          <a:xfrm>
            <a:off x="8799736" y="612844"/>
            <a:ext cx="3074974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err="1"/>
              <a:t>Elevenlabs</a:t>
            </a:r>
            <a:endParaRPr lang="en-US" altLang="ko-KR" b="1" dirty="0"/>
          </a:p>
          <a:p>
            <a:endParaRPr lang="en-US" altLang="ko-KR" dirty="0"/>
          </a:p>
          <a:p>
            <a:r>
              <a:rPr lang="en-US" altLang="ko-KR" dirty="0"/>
              <a:t>-AI </a:t>
            </a:r>
            <a:r>
              <a:rPr lang="ko-KR" altLang="en-US" dirty="0"/>
              <a:t>음성 </a:t>
            </a:r>
            <a:r>
              <a:rPr lang="ko-KR" altLang="en-US" dirty="0" err="1"/>
              <a:t>클로닝</a:t>
            </a:r>
            <a:r>
              <a:rPr lang="en-US" altLang="ko-KR" dirty="0"/>
              <a:t>·</a:t>
            </a:r>
            <a:r>
              <a:rPr lang="ko-KR" altLang="en-US" dirty="0"/>
              <a:t>보이스 제작 서비스를 제공하는 웹사이트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-</a:t>
            </a:r>
            <a:r>
              <a:rPr lang="ko-KR" altLang="en-US" dirty="0"/>
              <a:t>작성한 프롬프트를 음성으로 변환하거나 </a:t>
            </a:r>
            <a:r>
              <a:rPr lang="en-US" altLang="ko-KR" dirty="0"/>
              <a:t>1-2</a:t>
            </a:r>
            <a:r>
              <a:rPr lang="ko-KR" altLang="en-US" dirty="0"/>
              <a:t>분의 목소리 샘플을 가지고 </a:t>
            </a:r>
            <a:r>
              <a:rPr lang="en-US" altLang="ko-KR" dirty="0"/>
              <a:t>AI</a:t>
            </a:r>
            <a:r>
              <a:rPr lang="ko-KR" altLang="en-US" dirty="0"/>
              <a:t>음성으로 제작 가능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-</a:t>
            </a:r>
            <a:r>
              <a:rPr lang="ko-KR" altLang="en-US" dirty="0"/>
              <a:t>무료버전의 경우에는 </a:t>
            </a:r>
            <a:endParaRPr lang="en-US" altLang="ko-KR" dirty="0"/>
          </a:p>
          <a:p>
            <a:r>
              <a:rPr lang="ko-KR" altLang="en-US" dirty="0" err="1"/>
              <a:t>클로닝</a:t>
            </a:r>
            <a:r>
              <a:rPr lang="ko-KR" altLang="en-US" dirty="0"/>
              <a:t> 불가능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-</a:t>
            </a:r>
            <a:r>
              <a:rPr lang="ko-KR" altLang="en-US" dirty="0"/>
              <a:t>차선책</a:t>
            </a:r>
            <a:r>
              <a:rPr lang="en-US" altLang="ko-KR" dirty="0"/>
              <a:t>: </a:t>
            </a:r>
            <a:r>
              <a:rPr lang="ko-KR" altLang="en-US" dirty="0"/>
              <a:t>무료 </a:t>
            </a:r>
            <a:r>
              <a:rPr lang="en-US" altLang="ko-KR" dirty="0"/>
              <a:t>Tool </a:t>
            </a:r>
            <a:r>
              <a:rPr lang="ko-KR" altLang="en-US" dirty="0"/>
              <a:t>사용하여 제작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-</a:t>
            </a:r>
            <a:r>
              <a:rPr lang="ko-KR" altLang="en-US" dirty="0"/>
              <a:t>한계점</a:t>
            </a:r>
            <a:r>
              <a:rPr lang="en-US" altLang="ko-KR" dirty="0"/>
              <a:t>: </a:t>
            </a:r>
            <a:r>
              <a:rPr lang="ko-KR" altLang="ko-KR" dirty="0"/>
              <a:t>치료용 </a:t>
            </a:r>
            <a:r>
              <a:rPr lang="en-US" altLang="ko-KR" dirty="0"/>
              <a:t>ai </a:t>
            </a:r>
            <a:r>
              <a:rPr lang="ko-KR" altLang="ko-KR" dirty="0"/>
              <a:t>대화 </a:t>
            </a:r>
            <a:r>
              <a:rPr lang="en-US" altLang="ko-KR" dirty="0"/>
              <a:t>tool </a:t>
            </a:r>
            <a:r>
              <a:rPr lang="ko-KR" altLang="ko-KR" dirty="0"/>
              <a:t>제작에 있어서 퀄리티 향상을 위해서는 유료 버전 필요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36C1CF-E1F8-20B7-2F43-01EE4E9D6960}"/>
              </a:ext>
            </a:extLst>
          </p:cNvPr>
          <p:cNvSpPr txBox="1"/>
          <p:nvPr/>
        </p:nvSpPr>
        <p:spPr>
          <a:xfrm>
            <a:off x="428879" y="291314"/>
            <a:ext cx="865847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b="1" dirty="0"/>
              <a:t>VOICE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39845259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ACFF3B-3DDC-CF25-C53D-CE7E90B63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D6CD76C-8728-B444-0B58-5EDE4AEFC6D2}"/>
              </a:ext>
            </a:extLst>
          </p:cNvPr>
          <p:cNvSpPr txBox="1"/>
          <p:nvPr/>
        </p:nvSpPr>
        <p:spPr>
          <a:xfrm>
            <a:off x="428879" y="291314"/>
            <a:ext cx="865847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b="1" dirty="0"/>
              <a:t>VOICE</a:t>
            </a:r>
            <a:endParaRPr lang="ko-KR" altLang="en-US" b="1" dirty="0"/>
          </a:p>
        </p:txBody>
      </p:sp>
      <p:pic>
        <p:nvPicPr>
          <p:cNvPr id="3" name="이영애_ENG">
            <a:hlinkClick r:id="" action="ppaction://media"/>
            <a:extLst>
              <a:ext uri="{FF2B5EF4-FFF2-40B4-BE49-F238E27FC236}">
                <a16:creationId xmlns:a16="http://schemas.microsoft.com/office/drawing/2014/main" id="{F7D8422F-D48C-CFF0-478C-E9F1696542C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2718594" y="1072581"/>
            <a:ext cx="487363" cy="487363"/>
          </a:xfrm>
          <a:prstGeom prst="rect">
            <a:avLst/>
          </a:prstGeom>
        </p:spPr>
      </p:pic>
      <p:pic>
        <p:nvPicPr>
          <p:cNvPr id="4" name="한석규_ENG">
            <a:hlinkClick r:id="" action="ppaction://media"/>
            <a:extLst>
              <a:ext uri="{FF2B5EF4-FFF2-40B4-BE49-F238E27FC236}">
                <a16:creationId xmlns:a16="http://schemas.microsoft.com/office/drawing/2014/main" id="{86B78EC4-BC02-6C9F-1C1D-F30A7AABCF02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995982" y="1093443"/>
            <a:ext cx="487363" cy="48736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24C67CE-ECAC-01BE-6AD6-05C53C03F8CE}"/>
              </a:ext>
            </a:extLst>
          </p:cNvPr>
          <p:cNvSpPr txBox="1"/>
          <p:nvPr/>
        </p:nvSpPr>
        <p:spPr>
          <a:xfrm>
            <a:off x="85726" y="2125417"/>
            <a:ext cx="57531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안녕하세요</a:t>
            </a:r>
            <a:r>
              <a:rPr lang="en-US" altLang="ko-KR" dirty="0"/>
              <a:t>.</a:t>
            </a:r>
          </a:p>
          <a:p>
            <a:br>
              <a:rPr lang="ko-KR" altLang="en-US" dirty="0"/>
            </a:br>
            <a:r>
              <a:rPr lang="ko-KR" altLang="en-US" dirty="0"/>
              <a:t>이번 </a:t>
            </a:r>
            <a:r>
              <a:rPr lang="ko-KR" altLang="en-US" dirty="0" err="1"/>
              <a:t>바이오신약개발특론</a:t>
            </a:r>
            <a:r>
              <a:rPr lang="ko-KR" altLang="en-US" dirty="0"/>
              <a:t> 발표를 위해 제작된 </a:t>
            </a:r>
            <a:r>
              <a:rPr lang="en-US" altLang="ko-KR" dirty="0"/>
              <a:t>AI voice 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  <a:p>
            <a:br>
              <a:rPr lang="ko-KR" altLang="en-US" dirty="0"/>
            </a:br>
            <a:r>
              <a:rPr lang="ko-KR" altLang="en-US" dirty="0"/>
              <a:t>온라인 매체에서 진행된 연예인 목소리 인기 순위 </a:t>
            </a:r>
            <a:r>
              <a:rPr lang="en-US" altLang="ko-KR" dirty="0"/>
              <a:t>1</a:t>
            </a:r>
            <a:r>
              <a:rPr lang="ko-KR" altLang="en-US" dirty="0"/>
              <a:t>위를 차지한 이영애 배우님의 목소리 샘플로 제작됐습니다</a:t>
            </a:r>
            <a:r>
              <a:rPr lang="en-US" altLang="ko-KR" dirty="0"/>
              <a:t>.</a:t>
            </a:r>
          </a:p>
          <a:p>
            <a:br>
              <a:rPr lang="ko-KR" altLang="en-US" dirty="0"/>
            </a:br>
            <a:r>
              <a:rPr lang="ko-KR" altLang="en-US" dirty="0"/>
              <a:t>음성 전문가들에 따르면</a:t>
            </a:r>
            <a:r>
              <a:rPr lang="en-US" altLang="ko-KR" dirty="0"/>
              <a:t>, </a:t>
            </a:r>
            <a:r>
              <a:rPr lang="ko-KR" altLang="en-US" dirty="0"/>
              <a:t>이영애 배우님의 목소리는 중음의 </a:t>
            </a:r>
            <a:r>
              <a:rPr lang="ko-KR" altLang="en-US" dirty="0" err="1"/>
              <a:t>균선이</a:t>
            </a:r>
            <a:r>
              <a:rPr lang="ko-KR" altLang="en-US" dirty="0"/>
              <a:t> 아름다운 부드러운 목소리이며</a:t>
            </a:r>
            <a:r>
              <a:rPr lang="en-US" altLang="ko-KR" dirty="0"/>
              <a:t>, </a:t>
            </a:r>
            <a:r>
              <a:rPr lang="ko-KR" altLang="en-US" dirty="0"/>
              <a:t>강한 성대접촉과 적당한 울림을 통해 선명하고 정확한 느낌을 제공하여 듣는 사람에게 안정감과 친근함을 전달한다고 합니다</a:t>
            </a:r>
            <a:r>
              <a:rPr lang="en-US" altLang="ko-KR" dirty="0"/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89718F-BC20-C0FD-2413-86DA646584D5}"/>
              </a:ext>
            </a:extLst>
          </p:cNvPr>
          <p:cNvSpPr txBox="1"/>
          <p:nvPr/>
        </p:nvSpPr>
        <p:spPr>
          <a:xfrm>
            <a:off x="6353176" y="2125417"/>
            <a:ext cx="57531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안녕하세요</a:t>
            </a:r>
            <a:r>
              <a:rPr lang="en-US" altLang="ko-KR" dirty="0"/>
              <a:t>.</a:t>
            </a:r>
          </a:p>
          <a:p>
            <a:br>
              <a:rPr lang="ko-KR" altLang="en-US" dirty="0"/>
            </a:br>
            <a:r>
              <a:rPr lang="ko-KR" altLang="en-US" dirty="0"/>
              <a:t>이번 </a:t>
            </a:r>
            <a:r>
              <a:rPr lang="ko-KR" altLang="en-US" dirty="0" err="1"/>
              <a:t>바이오신약개발특론</a:t>
            </a:r>
            <a:r>
              <a:rPr lang="ko-KR" altLang="en-US" dirty="0"/>
              <a:t> 발표를 위해 제작된 </a:t>
            </a:r>
            <a:r>
              <a:rPr lang="en-US" altLang="ko-KR" dirty="0"/>
              <a:t>AI voice 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  <a:p>
            <a:br>
              <a:rPr lang="ko-KR" altLang="en-US" dirty="0"/>
            </a:br>
            <a:r>
              <a:rPr lang="ko-KR" altLang="en-US" dirty="0"/>
              <a:t>온라인 매체에서 진행된 연예인 목소리 인기 순위 </a:t>
            </a:r>
            <a:r>
              <a:rPr lang="en-US" altLang="ko-KR" dirty="0"/>
              <a:t>1</a:t>
            </a:r>
            <a:r>
              <a:rPr lang="ko-KR" altLang="en-US" dirty="0"/>
              <a:t>위를 차지한 </a:t>
            </a:r>
            <a:r>
              <a:rPr lang="ko-KR" altLang="en-US" dirty="0" err="1"/>
              <a:t>한석규</a:t>
            </a:r>
            <a:r>
              <a:rPr lang="ko-KR" altLang="en-US" dirty="0"/>
              <a:t> 배우님의 목소리 샘플로 제작됐습니다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음성 전문가들에 따르면</a:t>
            </a:r>
            <a:r>
              <a:rPr lang="en-US" altLang="ko-KR" dirty="0"/>
              <a:t>, </a:t>
            </a:r>
            <a:r>
              <a:rPr lang="ko-KR" altLang="en-US" dirty="0" err="1"/>
              <a:t>한석규</a:t>
            </a:r>
            <a:r>
              <a:rPr lang="ko-KR" altLang="en-US" dirty="0"/>
              <a:t> 배우님의 목소리는 성대접촉이 강하고 울림이 좋은 음색이며</a:t>
            </a:r>
            <a:r>
              <a:rPr lang="en-US" altLang="ko-KR" dirty="0"/>
              <a:t>, </a:t>
            </a:r>
            <a:r>
              <a:rPr lang="ko-KR" altLang="en-US" dirty="0"/>
              <a:t>신사적이고 낭만적인 분위기를 연출하여 오랜 기간 사랑 받는 목소리라고 합니다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10375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1969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28998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401</TotalTime>
  <Words>2627</Words>
  <Application>Microsoft Office PowerPoint</Application>
  <PresentationFormat>와이드스크린</PresentationFormat>
  <Paragraphs>339</Paragraphs>
  <Slides>17</Slides>
  <Notes>6</Notes>
  <HiddenSlides>0</HiddenSlides>
  <MMClips>2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1" baseType="lpstr">
      <vt:lpstr>times nw roman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재은 이</dc:creator>
  <cp:lastModifiedBy>재은 이</cp:lastModifiedBy>
  <cp:revision>4</cp:revision>
  <dcterms:created xsi:type="dcterms:W3CDTF">2025-10-10T07:05:32Z</dcterms:created>
  <dcterms:modified xsi:type="dcterms:W3CDTF">2025-10-14T04:07:35Z</dcterms:modified>
</cp:coreProperties>
</file>